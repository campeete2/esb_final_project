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Lst>
  <p:sldSz cx="9144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000000"/>
        </a:solidFill>
        <a:effectLst/>
        <a:uFillTx/>
        <a:latin typeface="Arial"/>
        <a:ea typeface="Arial"/>
        <a:cs typeface="Arial"/>
        <a:sym typeface="Arial"/>
      </a:defRPr>
    </a:lvl1pPr>
    <a:lvl2pPr marL="0" marR="0" indent="457200" algn="l" defTabSz="914400"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000000"/>
        </a:solidFill>
        <a:effectLst/>
        <a:uFillTx/>
        <a:latin typeface="Arial"/>
        <a:ea typeface="Arial"/>
        <a:cs typeface="Arial"/>
        <a:sym typeface="Arial"/>
      </a:defRPr>
    </a:lvl2pPr>
    <a:lvl3pPr marL="0" marR="0" indent="914400" algn="l" defTabSz="914400"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000000"/>
        </a:solidFill>
        <a:effectLst/>
        <a:uFillTx/>
        <a:latin typeface="Arial"/>
        <a:ea typeface="Arial"/>
        <a:cs typeface="Arial"/>
        <a:sym typeface="Arial"/>
      </a:defRPr>
    </a:lvl3pPr>
    <a:lvl4pPr marL="0" marR="0" indent="1371600" algn="l" defTabSz="914400"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000000"/>
        </a:solidFill>
        <a:effectLst/>
        <a:uFillTx/>
        <a:latin typeface="Arial"/>
        <a:ea typeface="Arial"/>
        <a:cs typeface="Arial"/>
        <a:sym typeface="Arial"/>
      </a:defRPr>
    </a:lvl4pPr>
    <a:lvl5pPr marL="0" marR="0" indent="1828800" algn="l" defTabSz="914400"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000000"/>
        </a:solidFill>
        <a:effectLst/>
        <a:uFillTx/>
        <a:latin typeface="Arial"/>
        <a:ea typeface="Arial"/>
        <a:cs typeface="Arial"/>
        <a:sym typeface="Arial"/>
      </a:defRPr>
    </a:lvl5pPr>
    <a:lvl6pPr marL="0" marR="0" indent="2286000" algn="l" defTabSz="914400"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000000"/>
        </a:solidFill>
        <a:effectLst/>
        <a:uFillTx/>
        <a:latin typeface="Arial"/>
        <a:ea typeface="Arial"/>
        <a:cs typeface="Arial"/>
        <a:sym typeface="Arial"/>
      </a:defRPr>
    </a:lvl6pPr>
    <a:lvl7pPr marL="0" marR="0" indent="2743200" algn="l" defTabSz="914400"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000000"/>
        </a:solidFill>
        <a:effectLst/>
        <a:uFillTx/>
        <a:latin typeface="Arial"/>
        <a:ea typeface="Arial"/>
        <a:cs typeface="Arial"/>
        <a:sym typeface="Arial"/>
      </a:defRPr>
    </a:lvl7pPr>
    <a:lvl8pPr marL="0" marR="0" indent="3200400" algn="l" defTabSz="914400"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000000"/>
        </a:solidFill>
        <a:effectLst/>
        <a:uFillTx/>
        <a:latin typeface="Arial"/>
        <a:ea typeface="Arial"/>
        <a:cs typeface="Arial"/>
        <a:sym typeface="Arial"/>
      </a:defRPr>
    </a:lvl8pPr>
    <a:lvl9pPr marL="0" marR="0" indent="3657600" algn="l" defTabSz="914400"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000000"/>
        </a:solidFill>
        <a:effectLst/>
        <a:uFillTx/>
        <a:latin typeface="Arial"/>
        <a:ea typeface="Arial"/>
        <a:cs typeface="Arial"/>
        <a:sym typeface="Arial"/>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
          <a:latin typeface="Arial"/>
          <a:ea typeface="Arial"/>
          <a:cs typeface="Arial"/>
        </a:font>
        <a:srgbClr val="000000"/>
      </a:tcTxStyle>
      <a:tcStyle>
        <a:tcBdr>
          <a:left>
            <a:ln w="12700" cap="flat">
              <a:solidFill>
                <a:schemeClr val="accent3">
                  <a:lumOff val="44000"/>
                </a:schemeClr>
              </a:solidFill>
              <a:prstDash val="solid"/>
              <a:round/>
            </a:ln>
          </a:left>
          <a:right>
            <a:ln w="12700" cap="flat">
              <a:solidFill>
                <a:schemeClr val="accent3">
                  <a:lumOff val="44000"/>
                </a:schemeClr>
              </a:solidFill>
              <a:prstDash val="solid"/>
              <a:round/>
            </a:ln>
          </a:right>
          <a:top>
            <a:ln w="12700" cap="flat">
              <a:solidFill>
                <a:schemeClr val="accent3">
                  <a:lumOff val="44000"/>
                </a:schemeClr>
              </a:solidFill>
              <a:prstDash val="solid"/>
              <a:round/>
            </a:ln>
          </a:top>
          <a:bottom>
            <a:ln w="12700" cap="flat">
              <a:solidFill>
                <a:schemeClr val="accent3">
                  <a:lumOff val="44000"/>
                </a:schemeClr>
              </a:solidFill>
              <a:prstDash val="solid"/>
              <a:round/>
            </a:ln>
          </a:bottom>
          <a:insideH>
            <a:ln w="12700" cap="flat">
              <a:solidFill>
                <a:schemeClr val="accent3">
                  <a:lumOff val="44000"/>
                </a:schemeClr>
              </a:solidFill>
              <a:prstDash val="solid"/>
              <a:round/>
            </a:ln>
          </a:insideH>
          <a:insideV>
            <a:ln w="12700" cap="flat">
              <a:solidFill>
                <a:schemeClr val="accent3">
                  <a:lumOff val="44000"/>
                </a:schemeClr>
              </a:solidFill>
              <a:prstDash val="solid"/>
              <a:round/>
            </a:ln>
          </a:insideV>
        </a:tcBdr>
        <a:fill>
          <a:solidFill>
            <a:srgbClr val="CAECDD"/>
          </a:solidFill>
        </a:fill>
      </a:tcStyle>
    </a:wholeTbl>
    <a:band2H>
      <a:tcTxStyle b="def" i="def"/>
      <a:tcStyle>
        <a:tcBdr/>
        <a:fill>
          <a:solidFill>
            <a:srgbClr val="E6F6EF"/>
          </a:solidFill>
        </a:fill>
      </a:tcStyle>
    </a:band2H>
    <a:firstCol>
      <a:tcTxStyle b="on" i="off">
        <a:font>
          <a:latin typeface="Arial"/>
          <a:ea typeface="Arial"/>
          <a:cs typeface="Arial"/>
        </a:font>
        <a:schemeClr val="accent3">
          <a:lumOff val="44000"/>
        </a:schemeClr>
      </a:tcTxStyle>
      <a:tcStyle>
        <a:tcBdr>
          <a:left>
            <a:ln w="12700" cap="flat">
              <a:solidFill>
                <a:schemeClr val="accent3">
                  <a:lumOff val="44000"/>
                </a:schemeClr>
              </a:solidFill>
              <a:prstDash val="solid"/>
              <a:round/>
            </a:ln>
          </a:left>
          <a:right>
            <a:ln w="12700" cap="flat">
              <a:solidFill>
                <a:schemeClr val="accent3">
                  <a:lumOff val="44000"/>
                </a:schemeClr>
              </a:solidFill>
              <a:prstDash val="solid"/>
              <a:round/>
            </a:ln>
          </a:right>
          <a:top>
            <a:ln w="12700" cap="flat">
              <a:solidFill>
                <a:schemeClr val="accent3">
                  <a:lumOff val="44000"/>
                </a:schemeClr>
              </a:solidFill>
              <a:prstDash val="solid"/>
              <a:round/>
            </a:ln>
          </a:top>
          <a:bottom>
            <a:ln w="12700" cap="flat">
              <a:solidFill>
                <a:schemeClr val="accent3">
                  <a:lumOff val="44000"/>
                </a:schemeClr>
              </a:solidFill>
              <a:prstDash val="solid"/>
              <a:round/>
            </a:ln>
          </a:bottom>
          <a:insideH>
            <a:ln w="12700" cap="flat">
              <a:solidFill>
                <a:schemeClr val="accent3">
                  <a:lumOff val="44000"/>
                </a:schemeClr>
              </a:solidFill>
              <a:prstDash val="solid"/>
              <a:round/>
            </a:ln>
          </a:insideH>
          <a:insideV>
            <a:ln w="12700" cap="flat">
              <a:solidFill>
                <a:schemeClr val="accent3">
                  <a:lumOff val="44000"/>
                </a:schemeClr>
              </a:solidFill>
              <a:prstDash val="solid"/>
              <a:round/>
            </a:ln>
          </a:insideV>
        </a:tcBdr>
        <a:fill>
          <a:solidFill>
            <a:schemeClr val="accent1"/>
          </a:solidFill>
        </a:fill>
      </a:tcStyle>
    </a:firstCol>
    <a:lastRow>
      <a:tcTxStyle b="on" i="off">
        <a:font>
          <a:latin typeface="Arial"/>
          <a:ea typeface="Arial"/>
          <a:cs typeface="Arial"/>
        </a:font>
        <a:schemeClr val="accent3">
          <a:lumOff val="44000"/>
        </a:schemeClr>
      </a:tcTxStyle>
      <a:tcStyle>
        <a:tcBdr>
          <a:left>
            <a:ln w="12700" cap="flat">
              <a:solidFill>
                <a:schemeClr val="accent3">
                  <a:lumOff val="44000"/>
                </a:schemeClr>
              </a:solidFill>
              <a:prstDash val="solid"/>
              <a:round/>
            </a:ln>
          </a:left>
          <a:right>
            <a:ln w="12700" cap="flat">
              <a:solidFill>
                <a:schemeClr val="accent3">
                  <a:lumOff val="44000"/>
                </a:schemeClr>
              </a:solidFill>
              <a:prstDash val="solid"/>
              <a:round/>
            </a:ln>
          </a:right>
          <a:top>
            <a:ln w="38100" cap="flat">
              <a:solidFill>
                <a:schemeClr val="accent3">
                  <a:lumOff val="44000"/>
                </a:schemeClr>
              </a:solidFill>
              <a:prstDash val="solid"/>
              <a:round/>
            </a:ln>
          </a:top>
          <a:bottom>
            <a:ln w="12700" cap="flat">
              <a:solidFill>
                <a:schemeClr val="accent3">
                  <a:lumOff val="44000"/>
                </a:schemeClr>
              </a:solidFill>
              <a:prstDash val="solid"/>
              <a:round/>
            </a:ln>
          </a:bottom>
          <a:insideH>
            <a:ln w="12700" cap="flat">
              <a:solidFill>
                <a:schemeClr val="accent3">
                  <a:lumOff val="44000"/>
                </a:schemeClr>
              </a:solidFill>
              <a:prstDash val="solid"/>
              <a:round/>
            </a:ln>
          </a:insideH>
          <a:insideV>
            <a:ln w="12700" cap="flat">
              <a:solidFill>
                <a:schemeClr val="accent3">
                  <a:lumOff val="44000"/>
                </a:schemeClr>
              </a:solidFill>
              <a:prstDash val="solid"/>
              <a:round/>
            </a:ln>
          </a:insideV>
        </a:tcBdr>
        <a:fill>
          <a:solidFill>
            <a:schemeClr val="accent1"/>
          </a:solidFill>
        </a:fill>
      </a:tcStyle>
    </a:lastRow>
    <a:firstRow>
      <a:tcTxStyle b="on" i="off">
        <a:font>
          <a:latin typeface="Arial"/>
          <a:ea typeface="Arial"/>
          <a:cs typeface="Arial"/>
        </a:font>
        <a:schemeClr val="accent3">
          <a:lumOff val="44000"/>
        </a:schemeClr>
      </a:tcTxStyle>
      <a:tcStyle>
        <a:tcBdr>
          <a:left>
            <a:ln w="12700" cap="flat">
              <a:solidFill>
                <a:schemeClr val="accent3">
                  <a:lumOff val="44000"/>
                </a:schemeClr>
              </a:solidFill>
              <a:prstDash val="solid"/>
              <a:round/>
            </a:ln>
          </a:left>
          <a:right>
            <a:ln w="12700" cap="flat">
              <a:solidFill>
                <a:schemeClr val="accent3">
                  <a:lumOff val="44000"/>
                </a:schemeClr>
              </a:solidFill>
              <a:prstDash val="solid"/>
              <a:round/>
            </a:ln>
          </a:right>
          <a:top>
            <a:ln w="12700" cap="flat">
              <a:solidFill>
                <a:schemeClr val="accent3">
                  <a:lumOff val="44000"/>
                </a:schemeClr>
              </a:solidFill>
              <a:prstDash val="solid"/>
              <a:round/>
            </a:ln>
          </a:top>
          <a:bottom>
            <a:ln w="38100" cap="flat">
              <a:solidFill>
                <a:schemeClr val="accent3">
                  <a:lumOff val="44000"/>
                </a:schemeClr>
              </a:solidFill>
              <a:prstDash val="solid"/>
              <a:round/>
            </a:ln>
          </a:bottom>
          <a:insideH>
            <a:ln w="12700" cap="flat">
              <a:solidFill>
                <a:schemeClr val="accent3">
                  <a:lumOff val="44000"/>
                </a:schemeClr>
              </a:solidFill>
              <a:prstDash val="solid"/>
              <a:round/>
            </a:ln>
          </a:insideH>
          <a:insideV>
            <a:ln w="12700" cap="flat">
              <a:solidFill>
                <a:schemeClr val="accent3">
                  <a:lumOff val="44000"/>
                </a:schemeClr>
              </a:solidFill>
              <a:prstDash val="solid"/>
              <a:round/>
            </a:ln>
          </a:insideV>
        </a:tcBdr>
        <a:fill>
          <a:solidFill>
            <a:schemeClr val="accent1"/>
          </a:solidFill>
        </a:fill>
      </a:tcStyle>
    </a:firstRow>
  </a:tblStyle>
  <a:tblStyle styleId="{C7B018BB-80A7-4F77-B60F-C8B233D01FF8}" styleName="">
    <a:tblBg/>
    <a:wholeTbl>
      <a:tcTxStyle b="off" i="off">
        <a:font>
          <a:latin typeface="Arial"/>
          <a:ea typeface="Arial"/>
          <a:cs typeface="Arial"/>
        </a:font>
        <a:srgbClr val="000000"/>
      </a:tcTxStyle>
      <a:tcStyle>
        <a:tcBdr>
          <a:left>
            <a:ln w="12700" cap="flat">
              <a:solidFill>
                <a:schemeClr val="accent3">
                  <a:lumOff val="44000"/>
                </a:schemeClr>
              </a:solidFill>
              <a:prstDash val="solid"/>
              <a:round/>
            </a:ln>
          </a:left>
          <a:right>
            <a:ln w="12700" cap="flat">
              <a:solidFill>
                <a:schemeClr val="accent3">
                  <a:lumOff val="44000"/>
                </a:schemeClr>
              </a:solidFill>
              <a:prstDash val="solid"/>
              <a:round/>
            </a:ln>
          </a:right>
          <a:top>
            <a:ln w="12700" cap="flat">
              <a:solidFill>
                <a:schemeClr val="accent3">
                  <a:lumOff val="44000"/>
                </a:schemeClr>
              </a:solidFill>
              <a:prstDash val="solid"/>
              <a:round/>
            </a:ln>
          </a:top>
          <a:bottom>
            <a:ln w="12700" cap="flat">
              <a:solidFill>
                <a:schemeClr val="accent3">
                  <a:lumOff val="44000"/>
                </a:schemeClr>
              </a:solidFill>
              <a:prstDash val="solid"/>
              <a:round/>
            </a:ln>
          </a:bottom>
          <a:insideH>
            <a:ln w="12700" cap="flat">
              <a:solidFill>
                <a:schemeClr val="accent3">
                  <a:lumOff val="44000"/>
                </a:schemeClr>
              </a:solidFill>
              <a:prstDash val="solid"/>
              <a:round/>
            </a:ln>
          </a:insideH>
          <a:insideV>
            <a:ln w="12700" cap="flat">
              <a:solidFill>
                <a:schemeClr val="accent3">
                  <a:lumOff val="44000"/>
                </a:schemeClr>
              </a:solidFill>
              <a:prstDash val="solid"/>
              <a:round/>
            </a:ln>
          </a:insideV>
        </a:tcBdr>
        <a:fill>
          <a:solidFill>
            <a:schemeClr val="accent3">
              <a:lumOff val="44000"/>
            </a:schemeClr>
          </a:solidFill>
        </a:fill>
      </a:tcStyle>
    </a:wholeTbl>
    <a:band2H>
      <a:tcTxStyle b="def" i="def"/>
      <a:tcStyle>
        <a:tcBdr/>
        <a:fill>
          <a:solidFill>
            <a:schemeClr val="accent3">
              <a:lumOff val="44000"/>
            </a:schemeClr>
          </a:solidFill>
        </a:fill>
      </a:tcStyle>
    </a:band2H>
    <a:firstCol>
      <a:tcTxStyle b="on" i="off">
        <a:font>
          <a:latin typeface="Arial"/>
          <a:ea typeface="Arial"/>
          <a:cs typeface="Arial"/>
        </a:font>
        <a:schemeClr val="accent3">
          <a:lumOff val="44000"/>
        </a:schemeClr>
      </a:tcTxStyle>
      <a:tcStyle>
        <a:tcBdr>
          <a:left>
            <a:ln w="12700" cap="flat">
              <a:solidFill>
                <a:schemeClr val="accent3">
                  <a:lumOff val="44000"/>
                </a:schemeClr>
              </a:solidFill>
              <a:prstDash val="solid"/>
              <a:round/>
            </a:ln>
          </a:left>
          <a:right>
            <a:ln w="12700" cap="flat">
              <a:solidFill>
                <a:schemeClr val="accent3">
                  <a:lumOff val="44000"/>
                </a:schemeClr>
              </a:solidFill>
              <a:prstDash val="solid"/>
              <a:round/>
            </a:ln>
          </a:right>
          <a:top>
            <a:ln w="12700" cap="flat">
              <a:solidFill>
                <a:schemeClr val="accent3">
                  <a:lumOff val="44000"/>
                </a:schemeClr>
              </a:solidFill>
              <a:prstDash val="solid"/>
              <a:round/>
            </a:ln>
          </a:top>
          <a:bottom>
            <a:ln w="12700" cap="flat">
              <a:solidFill>
                <a:schemeClr val="accent3">
                  <a:lumOff val="44000"/>
                </a:schemeClr>
              </a:solidFill>
              <a:prstDash val="solid"/>
              <a:round/>
            </a:ln>
          </a:bottom>
          <a:insideH>
            <a:ln w="12700" cap="flat">
              <a:solidFill>
                <a:schemeClr val="accent3">
                  <a:lumOff val="44000"/>
                </a:schemeClr>
              </a:solidFill>
              <a:prstDash val="solid"/>
              <a:round/>
            </a:ln>
          </a:insideH>
          <a:insideV>
            <a:ln w="12700" cap="flat">
              <a:solidFill>
                <a:schemeClr val="accent3">
                  <a:lumOff val="44000"/>
                </a:schemeClr>
              </a:solidFill>
              <a:prstDash val="solid"/>
              <a:round/>
            </a:ln>
          </a:insideV>
        </a:tcBdr>
        <a:fill>
          <a:solidFill>
            <a:schemeClr val="accent3">
              <a:lumOff val="44000"/>
            </a:schemeClr>
          </a:solidFill>
        </a:fill>
      </a:tcStyle>
    </a:firstCol>
    <a:lastRow>
      <a:tcTxStyle b="on" i="off">
        <a:font>
          <a:latin typeface="Arial"/>
          <a:ea typeface="Arial"/>
          <a:cs typeface="Arial"/>
        </a:font>
        <a:schemeClr val="accent3">
          <a:lumOff val="44000"/>
        </a:schemeClr>
      </a:tcTxStyle>
      <a:tcStyle>
        <a:tcBdr>
          <a:left>
            <a:ln w="12700" cap="flat">
              <a:solidFill>
                <a:schemeClr val="accent3">
                  <a:lumOff val="44000"/>
                </a:schemeClr>
              </a:solidFill>
              <a:prstDash val="solid"/>
              <a:round/>
            </a:ln>
          </a:left>
          <a:right>
            <a:ln w="12700" cap="flat">
              <a:solidFill>
                <a:schemeClr val="accent3">
                  <a:lumOff val="44000"/>
                </a:schemeClr>
              </a:solidFill>
              <a:prstDash val="solid"/>
              <a:round/>
            </a:ln>
          </a:right>
          <a:top>
            <a:ln w="38100" cap="flat">
              <a:solidFill>
                <a:schemeClr val="accent3">
                  <a:lumOff val="44000"/>
                </a:schemeClr>
              </a:solidFill>
              <a:prstDash val="solid"/>
              <a:round/>
            </a:ln>
          </a:top>
          <a:bottom>
            <a:ln w="12700" cap="flat">
              <a:solidFill>
                <a:schemeClr val="accent3">
                  <a:lumOff val="44000"/>
                </a:schemeClr>
              </a:solidFill>
              <a:prstDash val="solid"/>
              <a:round/>
            </a:ln>
          </a:bottom>
          <a:insideH>
            <a:ln w="12700" cap="flat">
              <a:solidFill>
                <a:schemeClr val="accent3">
                  <a:lumOff val="44000"/>
                </a:schemeClr>
              </a:solidFill>
              <a:prstDash val="solid"/>
              <a:round/>
            </a:ln>
          </a:insideH>
          <a:insideV>
            <a:ln w="12700" cap="flat">
              <a:solidFill>
                <a:schemeClr val="accent3">
                  <a:lumOff val="44000"/>
                </a:schemeClr>
              </a:solidFill>
              <a:prstDash val="solid"/>
              <a:round/>
            </a:ln>
          </a:insideV>
        </a:tcBdr>
        <a:fill>
          <a:solidFill>
            <a:schemeClr val="accent3">
              <a:lumOff val="44000"/>
            </a:schemeClr>
          </a:solidFill>
        </a:fill>
      </a:tcStyle>
    </a:lastRow>
    <a:firstRow>
      <a:tcTxStyle b="on" i="off">
        <a:font>
          <a:latin typeface="Arial"/>
          <a:ea typeface="Arial"/>
          <a:cs typeface="Arial"/>
        </a:font>
        <a:schemeClr val="accent3">
          <a:lumOff val="44000"/>
        </a:schemeClr>
      </a:tcTxStyle>
      <a:tcStyle>
        <a:tcBdr>
          <a:left>
            <a:ln w="12700" cap="flat">
              <a:solidFill>
                <a:schemeClr val="accent3">
                  <a:lumOff val="44000"/>
                </a:schemeClr>
              </a:solidFill>
              <a:prstDash val="solid"/>
              <a:round/>
            </a:ln>
          </a:left>
          <a:right>
            <a:ln w="12700" cap="flat">
              <a:solidFill>
                <a:schemeClr val="accent3">
                  <a:lumOff val="44000"/>
                </a:schemeClr>
              </a:solidFill>
              <a:prstDash val="solid"/>
              <a:round/>
            </a:ln>
          </a:right>
          <a:top>
            <a:ln w="12700" cap="flat">
              <a:solidFill>
                <a:schemeClr val="accent3">
                  <a:lumOff val="44000"/>
                </a:schemeClr>
              </a:solidFill>
              <a:prstDash val="solid"/>
              <a:round/>
            </a:ln>
          </a:top>
          <a:bottom>
            <a:ln w="38100" cap="flat">
              <a:solidFill>
                <a:schemeClr val="accent3">
                  <a:lumOff val="44000"/>
                </a:schemeClr>
              </a:solidFill>
              <a:prstDash val="solid"/>
              <a:round/>
            </a:ln>
          </a:bottom>
          <a:insideH>
            <a:ln w="12700" cap="flat">
              <a:solidFill>
                <a:schemeClr val="accent3">
                  <a:lumOff val="44000"/>
                </a:schemeClr>
              </a:solidFill>
              <a:prstDash val="solid"/>
              <a:round/>
            </a:ln>
          </a:insideH>
          <a:insideV>
            <a:ln w="12700" cap="flat">
              <a:solidFill>
                <a:schemeClr val="accent3">
                  <a:lumOff val="44000"/>
                </a:schemeClr>
              </a:solidFill>
              <a:prstDash val="solid"/>
              <a:round/>
            </a:ln>
          </a:insideV>
        </a:tcBdr>
        <a:fill>
          <a:solidFill>
            <a:schemeClr val="accent3">
              <a:lumOff val="44000"/>
            </a:schemeClr>
          </a:solidFill>
        </a:fill>
      </a:tcStyle>
    </a:firstRow>
  </a:tblStyle>
  <a:tblStyle styleId="{EEE7283C-3CF3-47DC-8721-378D4A62B228}" styleName="">
    <a:tblBg/>
    <a:wholeTbl>
      <a:tcTxStyle b="off" i="off">
        <a:font>
          <a:latin typeface="Arial"/>
          <a:ea typeface="Arial"/>
          <a:cs typeface="Arial"/>
        </a:font>
        <a:srgbClr val="000000"/>
      </a:tcTxStyle>
      <a:tcStyle>
        <a:tcBdr>
          <a:left>
            <a:ln w="12700" cap="flat">
              <a:solidFill>
                <a:schemeClr val="accent3">
                  <a:lumOff val="44000"/>
                </a:schemeClr>
              </a:solidFill>
              <a:prstDash val="solid"/>
              <a:round/>
            </a:ln>
          </a:left>
          <a:right>
            <a:ln w="12700" cap="flat">
              <a:solidFill>
                <a:schemeClr val="accent3">
                  <a:lumOff val="44000"/>
                </a:schemeClr>
              </a:solidFill>
              <a:prstDash val="solid"/>
              <a:round/>
            </a:ln>
          </a:right>
          <a:top>
            <a:ln w="12700" cap="flat">
              <a:solidFill>
                <a:schemeClr val="accent3">
                  <a:lumOff val="44000"/>
                </a:schemeClr>
              </a:solidFill>
              <a:prstDash val="solid"/>
              <a:round/>
            </a:ln>
          </a:top>
          <a:bottom>
            <a:ln w="12700" cap="flat">
              <a:solidFill>
                <a:schemeClr val="accent3">
                  <a:lumOff val="44000"/>
                </a:schemeClr>
              </a:solidFill>
              <a:prstDash val="solid"/>
              <a:round/>
            </a:ln>
          </a:bottom>
          <a:insideH>
            <a:ln w="12700" cap="flat">
              <a:solidFill>
                <a:schemeClr val="accent3">
                  <a:lumOff val="44000"/>
                </a:schemeClr>
              </a:solidFill>
              <a:prstDash val="solid"/>
              <a:round/>
            </a:ln>
          </a:insideH>
          <a:insideV>
            <a:ln w="12700" cap="flat">
              <a:solidFill>
                <a:schemeClr val="accent3">
                  <a:lumOff val="44000"/>
                </a:schemeClr>
              </a:solidFill>
              <a:prstDash val="solid"/>
              <a:round/>
            </a:ln>
          </a:insideV>
        </a:tcBdr>
        <a:fill>
          <a:solidFill>
            <a:srgbClr val="CCCCE6"/>
          </a:solidFill>
        </a:fill>
      </a:tcStyle>
    </a:wholeTbl>
    <a:band2H>
      <a:tcTxStyle b="def" i="def"/>
      <a:tcStyle>
        <a:tcBdr/>
        <a:fill>
          <a:solidFill>
            <a:srgbClr val="E7E7F3"/>
          </a:solidFill>
        </a:fill>
      </a:tcStyle>
    </a:band2H>
    <a:firstCol>
      <a:tcTxStyle b="on" i="off">
        <a:font>
          <a:latin typeface="Arial"/>
          <a:ea typeface="Arial"/>
          <a:cs typeface="Arial"/>
        </a:font>
        <a:schemeClr val="accent3">
          <a:lumOff val="44000"/>
        </a:schemeClr>
      </a:tcTxStyle>
      <a:tcStyle>
        <a:tcBdr>
          <a:left>
            <a:ln w="12700" cap="flat">
              <a:solidFill>
                <a:schemeClr val="accent3">
                  <a:lumOff val="44000"/>
                </a:schemeClr>
              </a:solidFill>
              <a:prstDash val="solid"/>
              <a:round/>
            </a:ln>
          </a:left>
          <a:right>
            <a:ln w="12700" cap="flat">
              <a:solidFill>
                <a:schemeClr val="accent3">
                  <a:lumOff val="44000"/>
                </a:schemeClr>
              </a:solidFill>
              <a:prstDash val="solid"/>
              <a:round/>
            </a:ln>
          </a:right>
          <a:top>
            <a:ln w="12700" cap="flat">
              <a:solidFill>
                <a:schemeClr val="accent3">
                  <a:lumOff val="44000"/>
                </a:schemeClr>
              </a:solidFill>
              <a:prstDash val="solid"/>
              <a:round/>
            </a:ln>
          </a:top>
          <a:bottom>
            <a:ln w="12700" cap="flat">
              <a:solidFill>
                <a:schemeClr val="accent3">
                  <a:lumOff val="44000"/>
                </a:schemeClr>
              </a:solidFill>
              <a:prstDash val="solid"/>
              <a:round/>
            </a:ln>
          </a:bottom>
          <a:insideH>
            <a:ln w="12700" cap="flat">
              <a:solidFill>
                <a:schemeClr val="accent3">
                  <a:lumOff val="44000"/>
                </a:schemeClr>
              </a:solidFill>
              <a:prstDash val="solid"/>
              <a:round/>
            </a:ln>
          </a:insideH>
          <a:insideV>
            <a:ln w="12700" cap="flat">
              <a:solidFill>
                <a:schemeClr val="accent3">
                  <a:lumOff val="44000"/>
                </a:schemeClr>
              </a:solidFill>
              <a:prstDash val="solid"/>
              <a:round/>
            </a:ln>
          </a:insideV>
        </a:tcBdr>
        <a:fill>
          <a:solidFill>
            <a:schemeClr val="accent6"/>
          </a:solidFill>
        </a:fill>
      </a:tcStyle>
    </a:firstCol>
    <a:lastRow>
      <a:tcTxStyle b="on" i="off">
        <a:font>
          <a:latin typeface="Arial"/>
          <a:ea typeface="Arial"/>
          <a:cs typeface="Arial"/>
        </a:font>
        <a:schemeClr val="accent3">
          <a:lumOff val="44000"/>
        </a:schemeClr>
      </a:tcTxStyle>
      <a:tcStyle>
        <a:tcBdr>
          <a:left>
            <a:ln w="12700" cap="flat">
              <a:solidFill>
                <a:schemeClr val="accent3">
                  <a:lumOff val="44000"/>
                </a:schemeClr>
              </a:solidFill>
              <a:prstDash val="solid"/>
              <a:round/>
            </a:ln>
          </a:left>
          <a:right>
            <a:ln w="12700" cap="flat">
              <a:solidFill>
                <a:schemeClr val="accent3">
                  <a:lumOff val="44000"/>
                </a:schemeClr>
              </a:solidFill>
              <a:prstDash val="solid"/>
              <a:round/>
            </a:ln>
          </a:right>
          <a:top>
            <a:ln w="38100" cap="flat">
              <a:solidFill>
                <a:schemeClr val="accent3">
                  <a:lumOff val="44000"/>
                </a:schemeClr>
              </a:solidFill>
              <a:prstDash val="solid"/>
              <a:round/>
            </a:ln>
          </a:top>
          <a:bottom>
            <a:ln w="12700" cap="flat">
              <a:solidFill>
                <a:schemeClr val="accent3">
                  <a:lumOff val="44000"/>
                </a:schemeClr>
              </a:solidFill>
              <a:prstDash val="solid"/>
              <a:round/>
            </a:ln>
          </a:bottom>
          <a:insideH>
            <a:ln w="12700" cap="flat">
              <a:solidFill>
                <a:schemeClr val="accent3">
                  <a:lumOff val="44000"/>
                </a:schemeClr>
              </a:solidFill>
              <a:prstDash val="solid"/>
              <a:round/>
            </a:ln>
          </a:insideH>
          <a:insideV>
            <a:ln w="12700" cap="flat">
              <a:solidFill>
                <a:schemeClr val="accent3">
                  <a:lumOff val="44000"/>
                </a:schemeClr>
              </a:solidFill>
              <a:prstDash val="solid"/>
              <a:round/>
            </a:ln>
          </a:insideV>
        </a:tcBdr>
        <a:fill>
          <a:solidFill>
            <a:schemeClr val="accent6"/>
          </a:solidFill>
        </a:fill>
      </a:tcStyle>
    </a:lastRow>
    <a:firstRow>
      <a:tcTxStyle b="on" i="off">
        <a:font>
          <a:latin typeface="Arial"/>
          <a:ea typeface="Arial"/>
          <a:cs typeface="Arial"/>
        </a:font>
        <a:schemeClr val="accent3">
          <a:lumOff val="44000"/>
        </a:schemeClr>
      </a:tcTxStyle>
      <a:tcStyle>
        <a:tcBdr>
          <a:left>
            <a:ln w="12700" cap="flat">
              <a:solidFill>
                <a:schemeClr val="accent3">
                  <a:lumOff val="44000"/>
                </a:schemeClr>
              </a:solidFill>
              <a:prstDash val="solid"/>
              <a:round/>
            </a:ln>
          </a:left>
          <a:right>
            <a:ln w="12700" cap="flat">
              <a:solidFill>
                <a:schemeClr val="accent3">
                  <a:lumOff val="44000"/>
                </a:schemeClr>
              </a:solidFill>
              <a:prstDash val="solid"/>
              <a:round/>
            </a:ln>
          </a:right>
          <a:top>
            <a:ln w="12700" cap="flat">
              <a:solidFill>
                <a:schemeClr val="accent3">
                  <a:lumOff val="44000"/>
                </a:schemeClr>
              </a:solidFill>
              <a:prstDash val="solid"/>
              <a:round/>
            </a:ln>
          </a:top>
          <a:bottom>
            <a:ln w="38100" cap="flat">
              <a:solidFill>
                <a:schemeClr val="accent3">
                  <a:lumOff val="44000"/>
                </a:schemeClr>
              </a:solidFill>
              <a:prstDash val="solid"/>
              <a:round/>
            </a:ln>
          </a:bottom>
          <a:insideH>
            <a:ln w="12700" cap="flat">
              <a:solidFill>
                <a:schemeClr val="accent3">
                  <a:lumOff val="44000"/>
                </a:schemeClr>
              </a:solidFill>
              <a:prstDash val="solid"/>
              <a:round/>
            </a:ln>
          </a:insideH>
          <a:insideV>
            <a:ln w="12700" cap="flat">
              <a:solidFill>
                <a:schemeClr val="accent3">
                  <a:lumOff val="44000"/>
                </a:schemeClr>
              </a:solidFill>
              <a:prstDash val="solid"/>
              <a:round/>
            </a:ln>
          </a:insideV>
        </a:tcBdr>
        <a:fill>
          <a:solidFill>
            <a:schemeClr val="accent6"/>
          </a:solidFill>
        </a:fill>
      </a:tcStyle>
    </a:firstRow>
  </a:tblStyle>
  <a:tblStyle styleId="{CF821DB8-F4EB-4A41-A1BA-3FCAFE7338EE}" styleName="">
    <a:tblBg/>
    <a:wholeTbl>
      <a:tcTxStyle b="off" i="off">
        <a:font>
          <a:latin typeface="Arial"/>
          <a:ea typeface="Arial"/>
          <a:cs typeface="Arial"/>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chemeClr val="accent3">
              <a:lumOff val="44000"/>
            </a:schemeClr>
          </a:solidFill>
        </a:fill>
      </a:tcStyle>
    </a:band2H>
    <a:firstCol>
      <a:tcTxStyle b="on" i="off">
        <a:font>
          <a:latin typeface="Arial"/>
          <a:ea typeface="Arial"/>
          <a:cs typeface="Arial"/>
        </a:font>
        <a:schemeClr val="accent3">
          <a:lumOff val="44000"/>
        </a:schemeClr>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
          <a:latin typeface="Arial"/>
          <a:ea typeface="Arial"/>
          <a:cs typeface="Arial"/>
        </a:font>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3">
              <a:lumOff val="44000"/>
            </a:schemeClr>
          </a:solidFill>
        </a:fill>
      </a:tcStyle>
    </a:lastRow>
    <a:firstRow>
      <a:tcTxStyle b="on" i="off">
        <a:font>
          <a:latin typeface="Arial"/>
          <a:ea typeface="Arial"/>
          <a:cs typeface="Arial"/>
        </a:font>
        <a:schemeClr val="accent3">
          <a:lumOff val="44000"/>
        </a:schemeClr>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
          <a:latin typeface="Arial"/>
          <a:ea typeface="Arial"/>
          <a:cs typeface="Arial"/>
        </a:font>
        <a:srgbClr val="000000"/>
      </a:tcTxStyle>
      <a:tcStyle>
        <a:tcBdr>
          <a:left>
            <a:ln w="12700" cap="flat">
              <a:solidFill>
                <a:schemeClr val="accent3">
                  <a:lumOff val="44000"/>
                </a:schemeClr>
              </a:solidFill>
              <a:prstDash val="solid"/>
              <a:round/>
            </a:ln>
          </a:left>
          <a:right>
            <a:ln w="12700" cap="flat">
              <a:solidFill>
                <a:schemeClr val="accent3">
                  <a:lumOff val="44000"/>
                </a:schemeClr>
              </a:solidFill>
              <a:prstDash val="solid"/>
              <a:round/>
            </a:ln>
          </a:right>
          <a:top>
            <a:ln w="12700" cap="flat">
              <a:solidFill>
                <a:schemeClr val="accent3">
                  <a:lumOff val="44000"/>
                </a:schemeClr>
              </a:solidFill>
              <a:prstDash val="solid"/>
              <a:round/>
            </a:ln>
          </a:top>
          <a:bottom>
            <a:ln w="12700" cap="flat">
              <a:solidFill>
                <a:schemeClr val="accent3">
                  <a:lumOff val="44000"/>
                </a:schemeClr>
              </a:solidFill>
              <a:prstDash val="solid"/>
              <a:round/>
            </a:ln>
          </a:bottom>
          <a:insideH>
            <a:ln w="12700" cap="flat">
              <a:solidFill>
                <a:schemeClr val="accent3">
                  <a:lumOff val="44000"/>
                </a:schemeClr>
              </a:solidFill>
              <a:prstDash val="solid"/>
              <a:round/>
            </a:ln>
          </a:insideH>
          <a:insideV>
            <a:ln w="12700" cap="flat">
              <a:solidFill>
                <a:schemeClr val="accent3">
                  <a:lumOff val="44000"/>
                </a:schemeClr>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
          <a:latin typeface="Arial"/>
          <a:ea typeface="Arial"/>
          <a:cs typeface="Arial"/>
        </a:font>
        <a:schemeClr val="accent3">
          <a:lumOff val="44000"/>
        </a:schemeClr>
      </a:tcTxStyle>
      <a:tcStyle>
        <a:tcBdr>
          <a:left>
            <a:ln w="12700" cap="flat">
              <a:solidFill>
                <a:schemeClr val="accent3">
                  <a:lumOff val="44000"/>
                </a:schemeClr>
              </a:solidFill>
              <a:prstDash val="solid"/>
              <a:round/>
            </a:ln>
          </a:left>
          <a:right>
            <a:ln w="12700" cap="flat">
              <a:solidFill>
                <a:schemeClr val="accent3">
                  <a:lumOff val="44000"/>
                </a:schemeClr>
              </a:solidFill>
              <a:prstDash val="solid"/>
              <a:round/>
            </a:ln>
          </a:right>
          <a:top>
            <a:ln w="12700" cap="flat">
              <a:solidFill>
                <a:schemeClr val="accent3">
                  <a:lumOff val="44000"/>
                </a:schemeClr>
              </a:solidFill>
              <a:prstDash val="solid"/>
              <a:round/>
            </a:ln>
          </a:top>
          <a:bottom>
            <a:ln w="12700" cap="flat">
              <a:solidFill>
                <a:schemeClr val="accent3">
                  <a:lumOff val="44000"/>
                </a:schemeClr>
              </a:solidFill>
              <a:prstDash val="solid"/>
              <a:round/>
            </a:ln>
          </a:bottom>
          <a:insideH>
            <a:ln w="12700" cap="flat">
              <a:solidFill>
                <a:schemeClr val="accent3">
                  <a:lumOff val="44000"/>
                </a:schemeClr>
              </a:solidFill>
              <a:prstDash val="solid"/>
              <a:round/>
            </a:ln>
          </a:insideH>
          <a:insideV>
            <a:ln w="12700" cap="flat">
              <a:solidFill>
                <a:schemeClr val="accent3">
                  <a:lumOff val="44000"/>
                </a:schemeClr>
              </a:solidFill>
              <a:prstDash val="solid"/>
              <a:round/>
            </a:ln>
          </a:insideV>
        </a:tcBdr>
        <a:fill>
          <a:solidFill>
            <a:srgbClr val="000000"/>
          </a:solidFill>
        </a:fill>
      </a:tcStyle>
    </a:firstCol>
    <a:lastRow>
      <a:tcTxStyle b="on" i="off">
        <a:font>
          <a:latin typeface="Arial"/>
          <a:ea typeface="Arial"/>
          <a:cs typeface="Arial"/>
        </a:font>
        <a:schemeClr val="accent3">
          <a:lumOff val="44000"/>
        </a:schemeClr>
      </a:tcTxStyle>
      <a:tcStyle>
        <a:tcBdr>
          <a:left>
            <a:ln w="12700" cap="flat">
              <a:solidFill>
                <a:schemeClr val="accent3">
                  <a:lumOff val="44000"/>
                </a:schemeClr>
              </a:solidFill>
              <a:prstDash val="solid"/>
              <a:round/>
            </a:ln>
          </a:left>
          <a:right>
            <a:ln w="12700" cap="flat">
              <a:solidFill>
                <a:schemeClr val="accent3">
                  <a:lumOff val="44000"/>
                </a:schemeClr>
              </a:solidFill>
              <a:prstDash val="solid"/>
              <a:round/>
            </a:ln>
          </a:right>
          <a:top>
            <a:ln w="38100" cap="flat">
              <a:solidFill>
                <a:schemeClr val="accent3">
                  <a:lumOff val="44000"/>
                </a:schemeClr>
              </a:solidFill>
              <a:prstDash val="solid"/>
              <a:round/>
            </a:ln>
          </a:top>
          <a:bottom>
            <a:ln w="12700" cap="flat">
              <a:solidFill>
                <a:schemeClr val="accent3">
                  <a:lumOff val="44000"/>
                </a:schemeClr>
              </a:solidFill>
              <a:prstDash val="solid"/>
              <a:round/>
            </a:ln>
          </a:bottom>
          <a:insideH>
            <a:ln w="12700" cap="flat">
              <a:solidFill>
                <a:schemeClr val="accent3">
                  <a:lumOff val="44000"/>
                </a:schemeClr>
              </a:solidFill>
              <a:prstDash val="solid"/>
              <a:round/>
            </a:ln>
          </a:insideH>
          <a:insideV>
            <a:ln w="12700" cap="flat">
              <a:solidFill>
                <a:schemeClr val="accent3">
                  <a:lumOff val="44000"/>
                </a:schemeClr>
              </a:solidFill>
              <a:prstDash val="solid"/>
              <a:round/>
            </a:ln>
          </a:insideV>
        </a:tcBdr>
        <a:fill>
          <a:solidFill>
            <a:srgbClr val="000000"/>
          </a:solidFill>
        </a:fill>
      </a:tcStyle>
    </a:lastRow>
    <a:firstRow>
      <a:tcTxStyle b="on" i="off">
        <a:font>
          <a:latin typeface="Arial"/>
          <a:ea typeface="Arial"/>
          <a:cs typeface="Arial"/>
        </a:font>
        <a:schemeClr val="accent3">
          <a:lumOff val="44000"/>
        </a:schemeClr>
      </a:tcTxStyle>
      <a:tcStyle>
        <a:tcBdr>
          <a:left>
            <a:ln w="12700" cap="flat">
              <a:solidFill>
                <a:schemeClr val="accent3">
                  <a:lumOff val="44000"/>
                </a:schemeClr>
              </a:solidFill>
              <a:prstDash val="solid"/>
              <a:round/>
            </a:ln>
          </a:left>
          <a:right>
            <a:ln w="12700" cap="flat">
              <a:solidFill>
                <a:schemeClr val="accent3">
                  <a:lumOff val="44000"/>
                </a:schemeClr>
              </a:solidFill>
              <a:prstDash val="solid"/>
              <a:round/>
            </a:ln>
          </a:right>
          <a:top>
            <a:ln w="12700" cap="flat">
              <a:solidFill>
                <a:schemeClr val="accent3">
                  <a:lumOff val="44000"/>
                </a:schemeClr>
              </a:solidFill>
              <a:prstDash val="solid"/>
              <a:round/>
            </a:ln>
          </a:top>
          <a:bottom>
            <a:ln w="38100" cap="flat">
              <a:solidFill>
                <a:schemeClr val="accent3">
                  <a:lumOff val="44000"/>
                </a:schemeClr>
              </a:solidFill>
              <a:prstDash val="solid"/>
              <a:round/>
            </a:ln>
          </a:bottom>
          <a:insideH>
            <a:ln w="12700" cap="flat">
              <a:solidFill>
                <a:schemeClr val="accent3">
                  <a:lumOff val="44000"/>
                </a:schemeClr>
              </a:solidFill>
              <a:prstDash val="solid"/>
              <a:round/>
            </a:ln>
          </a:insideH>
          <a:insideV>
            <a:ln w="12700" cap="flat">
              <a:solidFill>
                <a:schemeClr val="accent3">
                  <a:lumOff val="44000"/>
                </a:schemeClr>
              </a:solidFill>
              <a:prstDash val="solid"/>
              <a:round/>
            </a:ln>
          </a:insideV>
        </a:tcBdr>
        <a:fill>
          <a:solidFill>
            <a:srgbClr val="000000"/>
          </a:solidFill>
        </a:fill>
      </a:tcStyle>
    </a:firstRow>
  </a:tblStyle>
  <a:tblStyle styleId="{2708684C-4D16-4618-839F-0558EEFCDFE6}" styleName="">
    <a:tblBg/>
    <a:wholeTbl>
      <a:tcTxStyle b="off" i="off">
        <a:font>
          <a:latin typeface="Arial"/>
          <a:ea typeface="Arial"/>
          <a:cs typeface="Arial"/>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chemeClr val="accent3">
              <a:lumOff val="44000"/>
            </a:schemeClr>
          </a:solidFill>
        </a:fill>
      </a:tcStyle>
    </a:band2H>
    <a:firstCol>
      <a:tcTxStyle b="on" i="off">
        <a:font>
          <a:latin typeface="Arial"/>
          <a:ea typeface="Arial"/>
          <a:cs typeface="Arial"/>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
          <a:latin typeface="Arial"/>
          <a:ea typeface="Arial"/>
          <a:cs typeface="Arial"/>
        </a:font>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
          <a:latin typeface="Arial"/>
          <a:ea typeface="Arial"/>
          <a:cs typeface="Arial"/>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61" name="Shape 161"/>
          <p:cNvSpPr/>
          <p:nvPr>
            <p:ph type="sldImg"/>
          </p:nvPr>
        </p:nvSpPr>
        <p:spPr>
          <a:xfrm>
            <a:off x="1143000" y="685800"/>
            <a:ext cx="4572000" cy="3429000"/>
          </a:xfrm>
          <a:prstGeom prst="rect">
            <a:avLst/>
          </a:prstGeom>
        </p:spPr>
        <p:txBody>
          <a:bodyPr/>
          <a:lstStyle/>
          <a:p>
            <a:pPr/>
          </a:p>
        </p:txBody>
      </p:sp>
      <p:sp>
        <p:nvSpPr>
          <p:cNvPr id="162" name="Shape 162"/>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spcBef>
        <a:spcPts val="400"/>
      </a:spcBef>
      <a:defRPr sz="1200">
        <a:latin typeface="+mn-lt"/>
        <a:ea typeface="+mn-ea"/>
        <a:cs typeface="+mn-cs"/>
        <a:sym typeface="Times New Roman"/>
      </a:defRPr>
    </a:lvl1pPr>
    <a:lvl2pPr indent="228600" latinLnBrk="0">
      <a:spcBef>
        <a:spcPts val="400"/>
      </a:spcBef>
      <a:defRPr sz="1200">
        <a:latin typeface="+mn-lt"/>
        <a:ea typeface="+mn-ea"/>
        <a:cs typeface="+mn-cs"/>
        <a:sym typeface="Times New Roman"/>
      </a:defRPr>
    </a:lvl2pPr>
    <a:lvl3pPr indent="457200" latinLnBrk="0">
      <a:spcBef>
        <a:spcPts val="400"/>
      </a:spcBef>
      <a:defRPr sz="1200">
        <a:latin typeface="+mn-lt"/>
        <a:ea typeface="+mn-ea"/>
        <a:cs typeface="+mn-cs"/>
        <a:sym typeface="Times New Roman"/>
      </a:defRPr>
    </a:lvl3pPr>
    <a:lvl4pPr indent="685800" latinLnBrk="0">
      <a:spcBef>
        <a:spcPts val="400"/>
      </a:spcBef>
      <a:defRPr sz="1200">
        <a:latin typeface="+mn-lt"/>
        <a:ea typeface="+mn-ea"/>
        <a:cs typeface="+mn-cs"/>
        <a:sym typeface="Times New Roman"/>
      </a:defRPr>
    </a:lvl4pPr>
    <a:lvl5pPr indent="914400" latinLnBrk="0">
      <a:spcBef>
        <a:spcPts val="400"/>
      </a:spcBef>
      <a:defRPr sz="1200">
        <a:latin typeface="+mn-lt"/>
        <a:ea typeface="+mn-ea"/>
        <a:cs typeface="+mn-cs"/>
        <a:sym typeface="Times New Roman"/>
      </a:defRPr>
    </a:lvl5pPr>
    <a:lvl6pPr indent="1143000" latinLnBrk="0">
      <a:spcBef>
        <a:spcPts val="400"/>
      </a:spcBef>
      <a:defRPr sz="1200">
        <a:latin typeface="+mn-lt"/>
        <a:ea typeface="+mn-ea"/>
        <a:cs typeface="+mn-cs"/>
        <a:sym typeface="Times New Roman"/>
      </a:defRPr>
    </a:lvl6pPr>
    <a:lvl7pPr indent="1371600" latinLnBrk="0">
      <a:spcBef>
        <a:spcPts val="400"/>
      </a:spcBef>
      <a:defRPr sz="1200">
        <a:latin typeface="+mn-lt"/>
        <a:ea typeface="+mn-ea"/>
        <a:cs typeface="+mn-cs"/>
        <a:sym typeface="Times New Roman"/>
      </a:defRPr>
    </a:lvl7pPr>
    <a:lvl8pPr indent="1600200" latinLnBrk="0">
      <a:spcBef>
        <a:spcPts val="400"/>
      </a:spcBef>
      <a:defRPr sz="1200">
        <a:latin typeface="+mn-lt"/>
        <a:ea typeface="+mn-ea"/>
        <a:cs typeface="+mn-cs"/>
        <a:sym typeface="Times New Roman"/>
      </a:defRPr>
    </a:lvl8pPr>
    <a:lvl9pPr indent="1828800" latinLnBrk="0">
      <a:spcBef>
        <a:spcPts val="400"/>
      </a:spcBef>
      <a:defRPr sz="1200">
        <a:latin typeface="+mn-lt"/>
        <a:ea typeface="+mn-ea"/>
        <a:cs typeface="+mn-cs"/>
        <a:sym typeface="Times New Roman"/>
      </a:defRPr>
    </a:lvl9pPr>
  </p:notesStyle>
</p:notesMaster>
</file>

<file path=ppt/notesSlides/_rels/notesSlide1.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2.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3.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4.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5.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6.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7.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8.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9.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_rels/notesSlide10.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Relationships>

</file>

<file path=ppt/notesSlides/_rels/notesSlide11.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Relationships>

</file>

<file path=ppt/notesSlides/_rels/notesSlide12.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Relationships>

</file>

<file path=ppt/notesSlides/_rels/notesSlide1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Relationships>

</file>

<file path=ppt/notesSlides/_rels/notesSlide14.xml.rels><?xml version="1.0" encoding="UTF-8"?>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Relationships>

</file>

<file path=ppt/notesSlides/_rels/notesSlide15.xml.rels><?xml version="1.0" encoding="UTF-8"?>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Relationships>

</file>

<file path=ppt/notesSlides/_rels/notesSlide16.xml.rels><?xml version="1.0" encoding="UTF-8"?>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Relationships>

</file>

<file path=ppt/notesSlides/_rels/notesSlide17.xml.rels><?xml version="1.0" encoding="UTF-8"?>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Relationships>

</file>

<file path=ppt/notesSlides/_rels/notesSlide18.xml.rels><?xml version="1.0" encoding="UTF-8"?>
<Relationships xmlns="http://schemas.openxmlformats.org/package/2006/relationships"><Relationship Id="rId1" Type="http://schemas.openxmlformats.org/officeDocument/2006/relationships/slide" Target="../slides/slide31.xml"/><Relationship Id="rId2" Type="http://schemas.openxmlformats.org/officeDocument/2006/relationships/notesMaster" Target="../notesMasters/notesMaster1.xml"/></Relationships>

</file>

<file path=ppt/notesSlides/_rels/notesSlide19.xml.rels><?xml version="1.0" encoding="UTF-8"?>
<Relationships xmlns="http://schemas.openxmlformats.org/package/2006/relationships"><Relationship Id="rId1" Type="http://schemas.openxmlformats.org/officeDocument/2006/relationships/slide" Target="../slides/slide33.xml"/><Relationship Id="rId2" Type="http://schemas.openxmlformats.org/officeDocument/2006/relationships/notesMaster" Target="../notesMasters/notesMaster1.xml"/></Relationships>

</file>

<file path=ppt/notesSlides/_rels/notesSlide20.xml.rels><?xml version="1.0" encoding="UTF-8"?>
<Relationships xmlns="http://schemas.openxmlformats.org/package/2006/relationships"><Relationship Id="rId1" Type="http://schemas.openxmlformats.org/officeDocument/2006/relationships/slide" Target="../slides/slide34.xml"/><Relationship Id="rId2" Type="http://schemas.openxmlformats.org/officeDocument/2006/relationships/notesMaster" Target="../notesMasters/notesMaster1.xml"/></Relationships>

</file>

<file path=ppt/notesSlides/_rels/notesSlide21.xml.rels><?xml version="1.0" encoding="UTF-8"?>
<Relationships xmlns="http://schemas.openxmlformats.org/package/2006/relationships"><Relationship Id="rId1" Type="http://schemas.openxmlformats.org/officeDocument/2006/relationships/slide" Target="../slides/slide35.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8" name="Shape 188"/>
          <p:cNvSpPr/>
          <p:nvPr>
            <p:ph type="sldImg"/>
          </p:nvPr>
        </p:nvSpPr>
        <p:spPr>
          <a:prstGeom prst="rect">
            <a:avLst/>
          </a:prstGeom>
        </p:spPr>
        <p:txBody>
          <a:bodyPr/>
          <a:lstStyle/>
          <a:p>
            <a:pPr/>
          </a:p>
        </p:txBody>
      </p:sp>
      <p:sp>
        <p:nvSpPr>
          <p:cNvPr id="189" name="Shape 189"/>
          <p:cNvSpPr/>
          <p:nvPr>
            <p:ph type="body" sz="quarter" idx="1"/>
          </p:nvPr>
        </p:nvSpPr>
        <p:spPr>
          <a:prstGeom prst="rect">
            <a:avLst/>
          </a:prstGeom>
        </p:spPr>
        <p:txBody>
          <a:bodyPr/>
          <a:lstStyle/>
          <a:p>
            <a:pPr defTabSz="457200">
              <a:lnSpc>
                <a:spcPct val="125000"/>
              </a:lnSpc>
              <a:spcBef>
                <a:spcPts val="0"/>
              </a:spcBef>
              <a:defRPr sz="2400">
                <a:latin typeface="Avenir Roman"/>
                <a:ea typeface="Avenir Roman"/>
                <a:cs typeface="Avenir Roman"/>
                <a:sym typeface="Avenir Roman"/>
              </a:defRPr>
            </a:pPr>
            <a:r>
              <a:t>The head section of an HTML document contains elements that provide information about the web page rather than the content of the page. In chapter 1, for example, you learned that the title element sets the text that’s displayed in the tab for the page in the web browser. Now, you’ll learn more about this element as well as some other elements that you can code in the head section.</a:t>
            </a:r>
          </a:p>
          <a:p>
            <a:pPr defTabSz="457200">
              <a:lnSpc>
                <a:spcPct val="125000"/>
              </a:lnSpc>
              <a:spcBef>
                <a:spcPts val="0"/>
              </a:spcBef>
              <a:defRPr sz="2400">
                <a:latin typeface="Avenir Roman"/>
                <a:ea typeface="Avenir Roman"/>
                <a:cs typeface="Avenir Roman"/>
                <a:sym typeface="Avenir Roman"/>
              </a:defRPr>
            </a:pPr>
          </a:p>
          <a:p>
            <a:pPr defTabSz="457200">
              <a:lnSpc>
                <a:spcPct val="125000"/>
              </a:lnSpc>
              <a:spcBef>
                <a:spcPts val="0"/>
              </a:spcBef>
              <a:defRPr sz="2400">
                <a:latin typeface="Avenir Heavy"/>
                <a:ea typeface="Avenir Heavy"/>
                <a:cs typeface="Avenir Heavy"/>
                <a:sym typeface="Avenir Heavy"/>
              </a:defRPr>
            </a:pPr>
            <a:r>
              <a:t>How to code the title element</a:t>
            </a:r>
          </a:p>
          <a:p>
            <a:pPr defTabSz="457200">
              <a:lnSpc>
                <a:spcPct val="125000"/>
              </a:lnSpc>
              <a:spcBef>
                <a:spcPts val="0"/>
              </a:spcBef>
              <a:defRPr sz="2400">
                <a:latin typeface="Avenir Heavy"/>
                <a:ea typeface="Avenir Heavy"/>
                <a:cs typeface="Avenir Heavy"/>
                <a:sym typeface="Avenir Heavy"/>
              </a:defRPr>
            </a:pPr>
          </a:p>
          <a:p>
            <a:pPr defTabSz="457200">
              <a:lnSpc>
                <a:spcPct val="125000"/>
              </a:lnSpc>
              <a:spcBef>
                <a:spcPts val="0"/>
              </a:spcBef>
              <a:defRPr sz="2400">
                <a:latin typeface="Avenir Roman"/>
                <a:ea typeface="Avenir Roman"/>
                <a:cs typeface="Avenir Roman"/>
                <a:sym typeface="Avenir Roman"/>
              </a:defRPr>
            </a:pPr>
            <a:r>
              <a:t>The head section of every page should include a unique title element that describes the content of the page. In the HTML shown in figure 3-1, for example, you can see that this element gives the name of the organization followed by the keywords speakers and luncheons. </a:t>
            </a:r>
          </a:p>
          <a:p>
            <a:pPr defTabSz="457200">
              <a:lnSpc>
                <a:spcPct val="125000"/>
              </a:lnSpc>
              <a:spcBef>
                <a:spcPts val="0"/>
              </a:spcBef>
              <a:defRPr sz="2400">
                <a:latin typeface="Avenir Roman"/>
                <a:ea typeface="Avenir Roman"/>
                <a:cs typeface="Avenir Roman"/>
                <a:sym typeface="Avenir Roman"/>
              </a:defRPr>
            </a:pPr>
          </a:p>
          <a:p>
            <a:pPr defTabSz="457200">
              <a:lnSpc>
                <a:spcPct val="125000"/>
              </a:lnSpc>
              <a:spcBef>
                <a:spcPts val="0"/>
              </a:spcBef>
              <a:defRPr sz="2400">
                <a:latin typeface="Avenir Roman"/>
                <a:ea typeface="Avenir Roman"/>
                <a:cs typeface="Avenir Roman"/>
                <a:sym typeface="Avenir Roman"/>
              </a:defRPr>
            </a:pPr>
            <a:r>
              <a:t>This title is used by search engines for search engine optimization, and it appears in the results of a search to help the users decide whether they want to go to that page. That’s why you should follow the SEO guidelines in this figure when you code this element.</a:t>
            </a:r>
          </a:p>
          <a:p>
            <a:pPr defTabSz="457200">
              <a:lnSpc>
                <a:spcPct val="125000"/>
              </a:lnSpc>
              <a:spcBef>
                <a:spcPts val="0"/>
              </a:spcBef>
              <a:defRPr sz="2400">
                <a:latin typeface="Avenir Roman"/>
                <a:ea typeface="Avenir Roman"/>
                <a:cs typeface="Avenir Roman"/>
                <a:sym typeface="Avenir Roman"/>
              </a:defRPr>
            </a:pPr>
          </a:p>
          <a:p>
            <a:pPr defTabSz="457200">
              <a:lnSpc>
                <a:spcPct val="125000"/>
              </a:lnSpc>
              <a:spcBef>
                <a:spcPts val="0"/>
              </a:spcBef>
              <a:defRPr sz="2400">
                <a:latin typeface="Avenir Roman"/>
                <a:ea typeface="Avenir Roman"/>
                <a:cs typeface="Avenir Roman"/>
                <a:sym typeface="Avenir Roman"/>
              </a:defRPr>
            </a:pPr>
            <a:r>
              <a:t> The content of the title element is also displayed in the browser’s tab for the page. As you can see in this figure, though, only the portion of the title that fits in the tab is displayed. But if you hover the mouse over the tab, the entire title will be displayed in a tooltip.</a:t>
            </a:r>
          </a:p>
          <a:p>
            <a:pPr defTabSz="457200">
              <a:lnSpc>
                <a:spcPct val="125000"/>
              </a:lnSpc>
              <a:spcBef>
                <a:spcPts val="0"/>
              </a:spcBef>
              <a:defRPr sz="2400">
                <a:latin typeface="Avenir Roman"/>
                <a:ea typeface="Avenir Roman"/>
                <a:cs typeface="Avenir Roman"/>
                <a:sym typeface="Avenir Roman"/>
              </a:defRPr>
            </a:pPr>
          </a:p>
          <a:p>
            <a:pPr defTabSz="457200">
              <a:lnSpc>
                <a:spcPct val="125000"/>
              </a:lnSpc>
              <a:spcBef>
                <a:spcPts val="0"/>
              </a:spcBef>
              <a:defRPr sz="2400">
                <a:latin typeface="Avenir Heavy"/>
                <a:ea typeface="Avenir Heavy"/>
                <a:cs typeface="Avenir Heavy"/>
                <a:sym typeface="Avenir Heavy"/>
              </a:defRPr>
            </a:pPr>
            <a:r>
              <a:t>How to link to a favicon</a:t>
            </a:r>
          </a:p>
          <a:p>
            <a:pPr defTabSz="457200">
              <a:lnSpc>
                <a:spcPct val="125000"/>
              </a:lnSpc>
              <a:spcBef>
                <a:spcPts val="0"/>
              </a:spcBef>
              <a:defRPr sz="2400">
                <a:latin typeface="Avenir Heavy"/>
                <a:ea typeface="Avenir Heavy"/>
                <a:cs typeface="Avenir Heavy"/>
                <a:sym typeface="Avenir Heavy"/>
              </a:defRPr>
            </a:pPr>
          </a:p>
          <a:p>
            <a:pPr defTabSz="457200">
              <a:lnSpc>
                <a:spcPct val="125000"/>
              </a:lnSpc>
              <a:spcBef>
                <a:spcPts val="0"/>
              </a:spcBef>
              <a:defRPr sz="2400">
                <a:latin typeface="Avenir Roman"/>
                <a:ea typeface="Avenir Roman"/>
                <a:cs typeface="Avenir Roman"/>
                <a:sym typeface="Avenir Roman"/>
              </a:defRPr>
            </a:pPr>
            <a:r>
              <a:t>The link element is an optional element that you can use to specify a file that should be linked to the web page. In figure 3-1, the link element is used to link a custom icon, called a favicon, to the web page. This causes the icon to be displayed to the left of the title in the tab for the page. Note that you typically name this icon favicon.ico as shown in this figure. When you code the link element, you typically include two attributes. </a:t>
            </a:r>
          </a:p>
          <a:p>
            <a:pPr defTabSz="457200">
              <a:lnSpc>
                <a:spcPct val="125000"/>
              </a:lnSpc>
              <a:spcBef>
                <a:spcPts val="0"/>
              </a:spcBef>
              <a:defRPr sz="2400">
                <a:latin typeface="Avenir Roman"/>
                <a:ea typeface="Avenir Roman"/>
                <a:cs typeface="Avenir Roman"/>
                <a:sym typeface="Avenir Roman"/>
              </a:defRPr>
            </a:pPr>
          </a:p>
          <a:p>
            <a:pPr defTabSz="457200">
              <a:lnSpc>
                <a:spcPct val="125000"/>
              </a:lnSpc>
              <a:spcBef>
                <a:spcPts val="0"/>
              </a:spcBef>
              <a:defRPr sz="2400">
                <a:latin typeface="Avenir Roman"/>
                <a:ea typeface="Avenir Roman"/>
                <a:cs typeface="Avenir Roman"/>
                <a:sym typeface="Avenir Roman"/>
              </a:defRPr>
            </a:pPr>
            <a:r>
              <a:t>The rel attribute indicates the relationship of the linked resource to the document. For a favicon, you use the value “shortcut icon”. The href attribute provides the URL of the resource. In this example, the favicon is in the same folder as the HTML file, so the URL is just the filename. If the file is in a different location, though, you can use an absolute or relative URL to identify that location. </a:t>
            </a:r>
          </a:p>
          <a:p>
            <a:pPr defTabSz="457200">
              <a:lnSpc>
                <a:spcPct val="125000"/>
              </a:lnSpc>
              <a:spcBef>
                <a:spcPts val="0"/>
              </a:spcBef>
              <a:defRPr sz="2400">
                <a:latin typeface="Avenir Roman"/>
                <a:ea typeface="Avenir Roman"/>
                <a:cs typeface="Avenir Roman"/>
                <a:sym typeface="Avenir Roman"/>
              </a:defRPr>
            </a:pPr>
          </a:p>
          <a:p>
            <a:pPr defTabSz="457200">
              <a:lnSpc>
                <a:spcPct val="125000"/>
              </a:lnSpc>
              <a:spcBef>
                <a:spcPts val="0"/>
              </a:spcBef>
              <a:defRPr sz="2400">
                <a:latin typeface="Avenir Roman"/>
                <a:ea typeface="Avenir Roman"/>
                <a:cs typeface="Avenir Roman"/>
                <a:sym typeface="Avenir Roman"/>
              </a:defRPr>
            </a:pPr>
            <a:r>
              <a:t>You’ll learn how to code absolute and relative URLs later in this chapter. Note that when you deploy a website to a web server, it isn’t necessary to include a link element for the favicon. Instead, you can place the favicon in the root folder for the website and it will automatically appear in the tab for each page. In this book, though, we’ve included the link element so you can see the favicon as you develop a website on your own computer.</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5" name="Shape 195"/>
          <p:cNvSpPr/>
          <p:nvPr>
            <p:ph type="sldImg"/>
          </p:nvPr>
        </p:nvSpPr>
        <p:spPr>
          <a:prstGeom prst="rect">
            <a:avLst/>
          </a:prstGeom>
        </p:spPr>
        <p:txBody>
          <a:bodyPr/>
          <a:lstStyle/>
          <a:p>
            <a:pPr/>
          </a:p>
        </p:txBody>
      </p:sp>
      <p:sp>
        <p:nvSpPr>
          <p:cNvPr id="196" name="Shape 196"/>
          <p:cNvSpPr/>
          <p:nvPr>
            <p:ph type="body" sz="quarter" idx="1"/>
          </p:nvPr>
        </p:nvSpPr>
        <p:spPr>
          <a:prstGeom prst="rect">
            <a:avLst/>
          </a:prstGeom>
        </p:spPr>
        <p:txBody>
          <a:bodyPr/>
          <a:lstStyle/>
          <a:p>
            <a:pPr defTabSz="457200">
              <a:lnSpc>
                <a:spcPct val="125000"/>
              </a:lnSpc>
              <a:spcBef>
                <a:spcPts val="0"/>
              </a:spcBef>
              <a:defRPr sz="2400">
                <a:latin typeface="Avenir Heavy"/>
                <a:ea typeface="Avenir Heavy"/>
                <a:cs typeface="Avenir Heavy"/>
                <a:sym typeface="Avenir Heavy"/>
              </a:defRPr>
            </a:pPr>
            <a:r>
              <a:t>How to present the contents of a web page</a:t>
            </a:r>
          </a:p>
          <a:p>
            <a:pPr defTabSz="457200">
              <a:lnSpc>
                <a:spcPct val="125000"/>
              </a:lnSpc>
              <a:spcBef>
                <a:spcPts val="0"/>
              </a:spcBef>
              <a:defRPr sz="2400">
                <a:latin typeface="Avenir Roman"/>
                <a:ea typeface="Avenir Roman"/>
                <a:cs typeface="Avenir Roman"/>
                <a:sym typeface="Avenir Roman"/>
              </a:defRPr>
            </a:pPr>
          </a:p>
          <a:p>
            <a:pPr defTabSz="457200">
              <a:lnSpc>
                <a:spcPct val="125000"/>
              </a:lnSpc>
              <a:spcBef>
                <a:spcPts val="0"/>
              </a:spcBef>
              <a:defRPr sz="2400">
                <a:latin typeface="Avenir Roman"/>
                <a:ea typeface="Avenir Roman"/>
                <a:cs typeface="Avenir Roman"/>
                <a:sym typeface="Avenir Roman"/>
              </a:defRPr>
            </a:pPr>
            <a:r>
              <a:t>The next three figures show how to present the contents of a web page. That includes how to structure that content for web accessibility and search engine optimization.</a:t>
            </a:r>
          </a:p>
          <a:p>
            <a:pPr defTabSz="457200">
              <a:lnSpc>
                <a:spcPct val="125000"/>
              </a:lnSpc>
              <a:spcBef>
                <a:spcPts val="0"/>
              </a:spcBef>
              <a:defRPr sz="2400">
                <a:latin typeface="Avenir Heavy"/>
                <a:ea typeface="Avenir Heavy"/>
                <a:cs typeface="Avenir Heavy"/>
                <a:sym typeface="Avenir Heavy"/>
              </a:defRPr>
            </a:pPr>
          </a:p>
          <a:p>
            <a:pPr defTabSz="457200">
              <a:lnSpc>
                <a:spcPct val="125000"/>
              </a:lnSpc>
              <a:spcBef>
                <a:spcPts val="0"/>
              </a:spcBef>
              <a:defRPr sz="2400">
                <a:latin typeface="Avenir Heavy"/>
                <a:ea typeface="Avenir Heavy"/>
                <a:cs typeface="Avenir Heavy"/>
                <a:sym typeface="Avenir Heavy"/>
              </a:defRPr>
            </a:pPr>
            <a:r>
              <a:t>How to code the lang attribute</a:t>
            </a:r>
          </a:p>
          <a:p>
            <a:pPr defTabSz="457200">
              <a:lnSpc>
                <a:spcPct val="125000"/>
              </a:lnSpc>
              <a:spcBef>
                <a:spcPts val="0"/>
              </a:spcBef>
              <a:defRPr sz="2400">
                <a:latin typeface="Avenir Roman"/>
                <a:ea typeface="Avenir Roman"/>
                <a:cs typeface="Avenir Roman"/>
                <a:sym typeface="Avenir Roman"/>
              </a:defRPr>
            </a:pPr>
          </a:p>
          <a:p>
            <a:pPr defTabSz="457200">
              <a:lnSpc>
                <a:spcPct val="125000"/>
              </a:lnSpc>
              <a:spcBef>
                <a:spcPts val="0"/>
              </a:spcBef>
              <a:defRPr sz="2400">
                <a:latin typeface="Avenir Roman"/>
                <a:ea typeface="Avenir Roman"/>
                <a:cs typeface="Avenir Roman"/>
                <a:sym typeface="Avenir Roman"/>
              </a:defRPr>
            </a:pPr>
            <a:r>
              <a:t>Figure 3-2 starts by showing how to code the lang attribute that should identify the language for each of your web pages. To do that, you code the lang attribute for the html element of each page just as it’s shown. In this case, that attribute is set to “en” so English is the language.</a:t>
            </a:r>
          </a:p>
          <a:p>
            <a:pPr defTabSz="457200">
              <a:lnSpc>
                <a:spcPct val="125000"/>
              </a:lnSpc>
              <a:spcBef>
                <a:spcPts val="0"/>
              </a:spcBef>
              <a:defRPr sz="2400">
                <a:latin typeface="Avenir Heavy"/>
                <a:ea typeface="Avenir Heavy"/>
                <a:cs typeface="Avenir Heavy"/>
                <a:sym typeface="Avenir Heavy"/>
              </a:defRPr>
            </a:pPr>
          </a:p>
          <a:p>
            <a:pPr defTabSz="457200">
              <a:lnSpc>
                <a:spcPct val="125000"/>
              </a:lnSpc>
              <a:spcBef>
                <a:spcPts val="0"/>
              </a:spcBef>
              <a:defRPr sz="2400">
                <a:latin typeface="Avenir Heavy"/>
                <a:ea typeface="Avenir Heavy"/>
                <a:cs typeface="Avenir Heavy"/>
                <a:sym typeface="Avenir Heavy"/>
              </a:defRPr>
            </a:pPr>
            <a:r>
              <a:t>How to code headings and paragraphs</a:t>
            </a:r>
          </a:p>
          <a:p>
            <a:pPr defTabSz="457200">
              <a:lnSpc>
                <a:spcPct val="125000"/>
              </a:lnSpc>
              <a:spcBef>
                <a:spcPts val="0"/>
              </a:spcBef>
              <a:defRPr sz="2400">
                <a:latin typeface="Avenir Roman"/>
                <a:ea typeface="Avenir Roman"/>
                <a:cs typeface="Avenir Roman"/>
                <a:sym typeface="Avenir Roman"/>
              </a:defRPr>
            </a:pPr>
          </a:p>
          <a:p>
            <a:pPr defTabSz="457200">
              <a:lnSpc>
                <a:spcPct val="125000"/>
              </a:lnSpc>
              <a:spcBef>
                <a:spcPts val="0"/>
              </a:spcBef>
              <a:defRPr sz="2400">
                <a:latin typeface="Avenir Roman"/>
                <a:ea typeface="Avenir Roman"/>
                <a:cs typeface="Avenir Roman"/>
                <a:sym typeface="Avenir Roman"/>
              </a:defRPr>
            </a:pPr>
            <a:r>
              <a:t>Headings and paragraphs provide most of the text for a web page. They are defined by the HTML elements in the second table in figure 3-2. These elements are block elements, which means that they start on a new line when they are displayed.</a:t>
            </a:r>
          </a:p>
          <a:p>
            <a:pPr defTabSz="457200">
              <a:lnSpc>
                <a:spcPct val="125000"/>
              </a:lnSpc>
              <a:spcBef>
                <a:spcPts val="0"/>
              </a:spcBef>
              <a:defRPr sz="2400">
                <a:latin typeface="Avenir Roman"/>
                <a:ea typeface="Avenir Roman"/>
                <a:cs typeface="Avenir Roman"/>
                <a:sym typeface="Avenir Roman"/>
              </a:defRPr>
            </a:pPr>
            <a:r>
              <a:t>In the example in this figure, you can see how these elements work. Here,</a:t>
            </a:r>
          </a:p>
          <a:p>
            <a:pPr defTabSz="457200">
              <a:lnSpc>
                <a:spcPct val="125000"/>
              </a:lnSpc>
              <a:spcBef>
                <a:spcPts val="0"/>
              </a:spcBef>
              <a:defRPr sz="2400">
                <a:latin typeface="Avenir Roman"/>
                <a:ea typeface="Avenir Roman"/>
                <a:cs typeface="Avenir Roman"/>
                <a:sym typeface="Avenir Roman"/>
              </a:defRPr>
            </a:pPr>
            <a:r>
              <a:t>the HTML uses the h1, h2, and &lt;p&gt; elements to generate the text that’s shown. When these elements are displayed by a browser, each element has a default font and size that’s determined by the base font of the browser. This base font is typically Times New Roman in 16 pixels.</a:t>
            </a:r>
          </a:p>
          <a:p>
            <a:pPr defTabSz="457200">
              <a:lnSpc>
                <a:spcPct val="125000"/>
              </a:lnSpc>
              <a:spcBef>
                <a:spcPts val="0"/>
              </a:spcBef>
              <a:defRPr sz="2400">
                <a:latin typeface="Avenir Roman"/>
                <a:ea typeface="Avenir Roman"/>
                <a:cs typeface="Avenir Roman"/>
                <a:sym typeface="Avenir Roman"/>
              </a:defRPr>
            </a:pPr>
          </a:p>
          <a:p>
            <a:pPr defTabSz="457200">
              <a:lnSpc>
                <a:spcPct val="125000"/>
              </a:lnSpc>
              <a:spcBef>
                <a:spcPts val="0"/>
              </a:spcBef>
              <a:defRPr sz="2400">
                <a:latin typeface="Avenir Roman"/>
                <a:ea typeface="Avenir Roman"/>
                <a:cs typeface="Avenir Roman"/>
                <a:sym typeface="Avenir Roman"/>
              </a:defRPr>
            </a:pPr>
            <a:r>
              <a:t>When you use the heading elements, the most important heading on a page should be an h1 element. You should only code one h1 element on each page. </a:t>
            </a:r>
          </a:p>
          <a:p>
            <a:pPr defTabSz="457200">
              <a:lnSpc>
                <a:spcPct val="125000"/>
              </a:lnSpc>
              <a:spcBef>
                <a:spcPts val="0"/>
              </a:spcBef>
              <a:defRPr sz="2400">
                <a:latin typeface="Avenir Roman"/>
                <a:ea typeface="Avenir Roman"/>
                <a:cs typeface="Avenir Roman"/>
                <a:sym typeface="Avenir Roman"/>
              </a:defRPr>
            </a:pPr>
          </a:p>
          <a:p>
            <a:pPr defTabSz="457200">
              <a:lnSpc>
                <a:spcPct val="125000"/>
              </a:lnSpc>
              <a:spcBef>
                <a:spcPts val="0"/>
              </a:spcBef>
              <a:defRPr sz="2400">
                <a:latin typeface="Avenir Roman"/>
                <a:ea typeface="Avenir Roman"/>
                <a:cs typeface="Avenir Roman"/>
                <a:sym typeface="Avenir Roman"/>
              </a:defRPr>
            </a:pPr>
            <a:r>
              <a:t>And you should only go down one level at a time, not jump down two or more levels to indicate less importance. In other words, the first heading level after an h1 should be an h2, not an h3. </a:t>
            </a:r>
          </a:p>
          <a:p>
            <a:pPr defTabSz="457200">
              <a:lnSpc>
                <a:spcPct val="125000"/>
              </a:lnSpc>
              <a:spcBef>
                <a:spcPts val="0"/>
              </a:spcBef>
              <a:defRPr sz="2400">
                <a:latin typeface="Avenir Roman"/>
                <a:ea typeface="Avenir Roman"/>
                <a:cs typeface="Avenir Roman"/>
                <a:sym typeface="Avenir Roman"/>
              </a:defRPr>
            </a:pPr>
          </a:p>
          <a:p>
            <a:pPr defTabSz="457200">
              <a:lnSpc>
                <a:spcPct val="125000"/>
              </a:lnSpc>
              <a:spcBef>
                <a:spcPts val="0"/>
              </a:spcBef>
              <a:defRPr sz="2400">
                <a:latin typeface="Avenir Roman"/>
                <a:ea typeface="Avenir Roman"/>
                <a:cs typeface="Avenir Roman"/>
                <a:sym typeface="Avenir Roman"/>
              </a:defRPr>
            </a:pPr>
            <a:r>
              <a:t>This structure helps search engines index your site, and it makes your pages more accessible to devices like screen readers. Incidentally, HTML provides for three more levels below h3 with tags that range from h4 through h6. However, you shouldn’t need these levels for the normal structure of a web page.</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2" name="Shape 202"/>
          <p:cNvSpPr/>
          <p:nvPr>
            <p:ph type="sldImg"/>
          </p:nvPr>
        </p:nvSpPr>
        <p:spPr>
          <a:prstGeom prst="rect">
            <a:avLst/>
          </a:prstGeom>
        </p:spPr>
        <p:txBody>
          <a:bodyPr/>
          <a:lstStyle/>
          <a:p>
            <a:pPr/>
          </a:p>
        </p:txBody>
      </p:sp>
      <p:sp>
        <p:nvSpPr>
          <p:cNvPr id="203" name="Shape 203"/>
          <p:cNvSpPr/>
          <p:nvPr>
            <p:ph type="body" sz="quarter" idx="1"/>
          </p:nvPr>
        </p:nvSpPr>
        <p:spPr>
          <a:prstGeom prst="rect">
            <a:avLst/>
          </a:prstGeom>
        </p:spPr>
        <p:txBody>
          <a:bodyPr/>
          <a:lstStyle/>
          <a:p>
            <a:pPr defTabSz="457200">
              <a:lnSpc>
                <a:spcPct val="125000"/>
              </a:lnSpc>
              <a:spcBef>
                <a:spcPts val="0"/>
              </a:spcBef>
              <a:defRPr sz="2400">
                <a:latin typeface="Avenir Heavy"/>
                <a:ea typeface="Avenir Heavy"/>
                <a:cs typeface="Avenir Heavy"/>
                <a:sym typeface="Avenir Heavy"/>
              </a:defRPr>
            </a:pPr>
            <a:r>
              <a:t>How to code the structural elements</a:t>
            </a:r>
          </a:p>
          <a:p>
            <a:pPr defTabSz="457200">
              <a:lnSpc>
                <a:spcPct val="125000"/>
              </a:lnSpc>
              <a:spcBef>
                <a:spcPts val="0"/>
              </a:spcBef>
              <a:defRPr sz="2400">
                <a:latin typeface="Avenir Roman"/>
                <a:ea typeface="Avenir Roman"/>
                <a:cs typeface="Avenir Roman"/>
                <a:sym typeface="Avenir Roman"/>
              </a:defRPr>
            </a:pPr>
          </a:p>
          <a:p>
            <a:pPr defTabSz="457200">
              <a:lnSpc>
                <a:spcPct val="125000"/>
              </a:lnSpc>
              <a:spcBef>
                <a:spcPts val="0"/>
              </a:spcBef>
              <a:defRPr sz="2400">
                <a:latin typeface="Avenir Roman"/>
                <a:ea typeface="Avenir Roman"/>
                <a:cs typeface="Avenir Roman"/>
                <a:sym typeface="Avenir Roman"/>
              </a:defRPr>
            </a:pPr>
            <a:r>
              <a:t>Figure 3-3 presents the structural elements that were introduced with HTML5. To illustrate, the example in this figure shows how the header, main, and footer elements can be used to divide a web page into three parts. Later, this structure makes it easy to use CSS to change the page layout and format the content. All of these structural elements are block elements. But unlike the heading and paragraph elements, you can nest other block elements within these structural elements. In the HTML code in this figure, for example, you can see that an h1 element is nested within the header element, and a &lt;p&gt; element is nested within both the main and footer elements.</a:t>
            </a:r>
          </a:p>
          <a:p>
            <a:pPr defTabSz="457200">
              <a:lnSpc>
                <a:spcPct val="125000"/>
              </a:lnSpc>
              <a:spcBef>
                <a:spcPts val="0"/>
              </a:spcBef>
              <a:defRPr sz="2400">
                <a:latin typeface="Avenir Roman"/>
                <a:ea typeface="Avenir Roman"/>
                <a:cs typeface="Avenir Roman"/>
                <a:sym typeface="Avenir Roman"/>
              </a:defRPr>
            </a:pPr>
            <a:r>
              <a:t>Although this figure only illustrates the use of three of the seven elements in the table, you’ll see the nav element used in the web page at the end of this chapter. And in later chapters, you’ll see how the aside element is used for a sidebar within the main element; how the section element is used for other content within the main element; and how the article element is used for an article about a speaker.</a:t>
            </a:r>
          </a:p>
          <a:p>
            <a:pPr defTabSz="457200">
              <a:lnSpc>
                <a:spcPct val="125000"/>
              </a:lnSpc>
              <a:spcBef>
                <a:spcPts val="0"/>
              </a:spcBef>
              <a:defRPr sz="2400">
                <a:latin typeface="Avenir Roman"/>
                <a:ea typeface="Avenir Roman"/>
                <a:cs typeface="Avenir Roman"/>
                <a:sym typeface="Avenir Roman"/>
              </a:defRPr>
            </a:pPr>
            <a:r>
              <a:t>But at this point, please note that all the HTML elements that you’ve learned about so far in this chapter have indicated the type of content they contain. For example, an h1 element identifies the top-level heading for a page, and the main element identifies the main content for a page. Elements like these are called semantic elements because they give meaning to their content, and the use of these elements can be referred to as HTML semantics. Semantics of course are good for both the developer and the browser. And that in turn means</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0" name="Shape 210"/>
          <p:cNvSpPr/>
          <p:nvPr>
            <p:ph type="sldImg"/>
          </p:nvPr>
        </p:nvSpPr>
        <p:spPr>
          <a:prstGeom prst="rect">
            <a:avLst/>
          </a:prstGeom>
        </p:spPr>
        <p:txBody>
          <a:bodyPr/>
          <a:lstStyle/>
          <a:p>
            <a:pPr/>
          </a:p>
        </p:txBody>
      </p:sp>
      <p:sp>
        <p:nvSpPr>
          <p:cNvPr id="211" name="Shape 211"/>
          <p:cNvSpPr/>
          <p:nvPr>
            <p:ph type="body" sz="quarter" idx="1"/>
          </p:nvPr>
        </p:nvSpPr>
        <p:spPr>
          <a:prstGeom prst="rect">
            <a:avLst/>
          </a:prstGeom>
        </p:spPr>
        <p:txBody>
          <a:bodyPr/>
          <a:lstStyle/>
          <a:p>
            <a:pPr defTabSz="457200">
              <a:lnSpc>
                <a:spcPct val="125000"/>
              </a:lnSpc>
              <a:spcBef>
                <a:spcPts val="0"/>
              </a:spcBef>
              <a:defRPr sz="2400">
                <a:latin typeface="Avenir Heavy"/>
                <a:ea typeface="Avenir Heavy"/>
                <a:cs typeface="Avenir Heavy"/>
                <a:sym typeface="Avenir Heavy"/>
              </a:defRPr>
            </a:pPr>
            <a:r>
              <a:t>How to include metadata</a:t>
            </a:r>
          </a:p>
          <a:p>
            <a:pPr defTabSz="457200">
              <a:lnSpc>
                <a:spcPct val="125000"/>
              </a:lnSpc>
              <a:spcBef>
                <a:spcPts val="0"/>
              </a:spcBef>
              <a:defRPr sz="2400">
                <a:latin typeface="Avenir Roman"/>
                <a:ea typeface="Avenir Roman"/>
                <a:cs typeface="Avenir Roman"/>
                <a:sym typeface="Avenir Roman"/>
              </a:defRPr>
            </a:pPr>
          </a:p>
          <a:p>
            <a:pPr defTabSz="457200">
              <a:lnSpc>
                <a:spcPct val="125000"/>
              </a:lnSpc>
              <a:spcBef>
                <a:spcPts val="0"/>
              </a:spcBef>
              <a:defRPr sz="2400">
                <a:latin typeface="Avenir Roman"/>
                <a:ea typeface="Avenir Roman"/>
                <a:cs typeface="Avenir Roman"/>
                <a:sym typeface="Avenir Roman"/>
              </a:defRPr>
            </a:pPr>
            <a:r>
              <a:t>The meta element is another optional element that you can code within the head element. You use it to specify metadata, which provides information about the content of the document.</a:t>
            </a:r>
          </a:p>
          <a:p>
            <a:pPr defTabSz="457200">
              <a:lnSpc>
                <a:spcPct val="125000"/>
              </a:lnSpc>
              <a:spcBef>
                <a:spcPts val="0"/>
              </a:spcBef>
              <a:defRPr sz="2400">
                <a:latin typeface="Avenir Roman"/>
                <a:ea typeface="Avenir Roman"/>
                <a:cs typeface="Avenir Roman"/>
                <a:sym typeface="Avenir Roman"/>
              </a:defRPr>
            </a:pPr>
          </a:p>
          <a:p>
            <a:pPr defTabSz="457200">
              <a:lnSpc>
                <a:spcPct val="125000"/>
              </a:lnSpc>
              <a:spcBef>
                <a:spcPts val="0"/>
              </a:spcBef>
              <a:defRPr sz="2400">
                <a:latin typeface="Avenir Roman"/>
                <a:ea typeface="Avenir Roman"/>
                <a:cs typeface="Avenir Roman"/>
                <a:sym typeface="Avenir Roman"/>
              </a:defRPr>
            </a:pPr>
            <a:r>
              <a:t>The head element in figure 3-2 includes three meta elements. The first one specifies the character encoding used for the page, and UTF-8 is the encoding that’s commonly used for the World Wide Web. Since this element is required for HTML5 validation, you should include it in the head section of every HTML document, and it should be one of the first elements in the head section. </a:t>
            </a:r>
          </a:p>
          <a:p>
            <a:pPr defTabSz="457200">
              <a:lnSpc>
                <a:spcPct val="125000"/>
              </a:lnSpc>
              <a:spcBef>
                <a:spcPts val="0"/>
              </a:spcBef>
              <a:defRPr sz="2400">
                <a:latin typeface="Avenir Roman"/>
                <a:ea typeface="Avenir Roman"/>
                <a:cs typeface="Avenir Roman"/>
                <a:sym typeface="Avenir Roman"/>
              </a:defRPr>
            </a:pPr>
          </a:p>
          <a:p>
            <a:pPr defTabSz="457200">
              <a:lnSpc>
                <a:spcPct val="125000"/>
              </a:lnSpc>
              <a:spcBef>
                <a:spcPts val="0"/>
              </a:spcBef>
              <a:defRPr sz="2400">
                <a:latin typeface="Avenir Roman"/>
                <a:ea typeface="Avenir Roman"/>
                <a:cs typeface="Avenir Roman"/>
                <a:sym typeface="Avenir Roman"/>
              </a:defRPr>
            </a:pPr>
            <a:r>
              <a:t>The next two meta elements in this figure provide metadata that can be used by search engines to index the page. Here, the first element uses the name attribute with the value “description” to indicate that the content attribute that follows contains a description of the web page. </a:t>
            </a:r>
          </a:p>
          <a:p>
            <a:pPr defTabSz="457200">
              <a:lnSpc>
                <a:spcPct val="125000"/>
              </a:lnSpc>
              <a:spcBef>
                <a:spcPts val="0"/>
              </a:spcBef>
              <a:defRPr sz="2400">
                <a:latin typeface="Avenir Roman"/>
                <a:ea typeface="Avenir Roman"/>
                <a:cs typeface="Avenir Roman"/>
                <a:sym typeface="Avenir Roman"/>
              </a:defRPr>
            </a:pPr>
          </a:p>
          <a:p>
            <a:pPr defTabSz="457200">
              <a:lnSpc>
                <a:spcPct val="125000"/>
              </a:lnSpc>
              <a:spcBef>
                <a:spcPts val="0"/>
              </a:spcBef>
              <a:defRPr sz="2400">
                <a:latin typeface="Avenir Roman"/>
                <a:ea typeface="Avenir Roman"/>
                <a:cs typeface="Avenir Roman"/>
                <a:sym typeface="Avenir Roman"/>
              </a:defRPr>
            </a:pPr>
            <a:r>
              <a:t>This can be a longer description than the one in the title element, and it should also be unique for each page in your website.</a:t>
            </a:r>
          </a:p>
          <a:p>
            <a:pPr defTabSz="457200">
              <a:lnSpc>
                <a:spcPct val="125000"/>
              </a:lnSpc>
              <a:spcBef>
                <a:spcPts val="0"/>
              </a:spcBef>
              <a:defRPr sz="2400">
                <a:latin typeface="Avenir Roman"/>
                <a:ea typeface="Avenir Roman"/>
                <a:cs typeface="Avenir Roman"/>
                <a:sym typeface="Avenir Roman"/>
              </a:defRPr>
            </a:pPr>
          </a:p>
          <a:p>
            <a:pPr defTabSz="457200">
              <a:lnSpc>
                <a:spcPct val="125000"/>
              </a:lnSpc>
              <a:spcBef>
                <a:spcPts val="0"/>
              </a:spcBef>
              <a:defRPr sz="2400">
                <a:latin typeface="Avenir Roman"/>
                <a:ea typeface="Avenir Roman"/>
                <a:cs typeface="Avenir Roman"/>
                <a:sym typeface="Avenir Roman"/>
              </a:defRPr>
            </a:pPr>
            <a:r>
              <a:t>The second meta element uses the name attribute with the value “keywords” to indicate that the content attribute contains a list of keywords related to the page. At one time, the keywords were an important factor for search engine optimization. However, Google and Bing no longer use the keywords, although other search engines like Yahoo may. This is partly due to the fact that some web masters used keywords to misrepresent what a page contained. Because the algorithms that search engines use are changed frequently, it’s</a:t>
            </a:r>
          </a:p>
          <a:p>
            <a:pPr defTabSz="457200">
              <a:lnSpc>
                <a:spcPct val="125000"/>
              </a:lnSpc>
              <a:spcBef>
                <a:spcPts val="0"/>
              </a:spcBef>
              <a:defRPr sz="2400">
                <a:latin typeface="Avenir Roman"/>
                <a:ea typeface="Avenir Roman"/>
                <a:cs typeface="Avenir Roman"/>
                <a:sym typeface="Avenir Roman"/>
              </a:defRPr>
            </a:pPr>
            <a:r>
              <a:t>hard to know what the best use of metadata is. There is also the danger that you might change the content of a page and forget to change the metadata. In that case, a search engine might index the page incorrectly. Nevertheless, it’s still a good practice to provide at least the description metadata for the important pages of a website. Just make sure that the description match the contents of your data.</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8" name="Shape 218"/>
          <p:cNvSpPr/>
          <p:nvPr>
            <p:ph type="sldImg"/>
          </p:nvPr>
        </p:nvSpPr>
        <p:spPr>
          <a:prstGeom prst="rect">
            <a:avLst/>
          </a:prstGeom>
        </p:spPr>
        <p:txBody>
          <a:bodyPr/>
          <a:lstStyle/>
          <a:p>
            <a:pPr/>
          </a:p>
        </p:txBody>
      </p:sp>
      <p:sp>
        <p:nvSpPr>
          <p:cNvPr id="219" name="Shape 219"/>
          <p:cNvSpPr/>
          <p:nvPr>
            <p:ph type="body" sz="quarter" idx="1"/>
          </p:nvPr>
        </p:nvSpPr>
        <p:spPr>
          <a:prstGeom prst="rect">
            <a:avLst/>
          </a:prstGeom>
        </p:spPr>
        <p:txBody>
          <a:bodyPr/>
          <a:lstStyle/>
          <a:p>
            <a:pPr defTabSz="457200">
              <a:lnSpc>
                <a:spcPct val="125000"/>
              </a:lnSpc>
              <a:spcBef>
                <a:spcPts val="0"/>
              </a:spcBef>
              <a:defRPr sz="2400">
                <a:latin typeface="Avenir Heavy"/>
                <a:ea typeface="Avenir Heavy"/>
                <a:cs typeface="Avenir Heavy"/>
                <a:sym typeface="Avenir Heavy"/>
              </a:defRPr>
            </a:pPr>
            <a:r>
              <a:t>How to code text elements</a:t>
            </a:r>
          </a:p>
          <a:p>
            <a:pPr defTabSz="457200">
              <a:lnSpc>
                <a:spcPct val="125000"/>
              </a:lnSpc>
              <a:spcBef>
                <a:spcPts val="0"/>
              </a:spcBef>
              <a:defRPr sz="2400">
                <a:latin typeface="Avenir Roman"/>
                <a:ea typeface="Avenir Roman"/>
                <a:cs typeface="Avenir Roman"/>
                <a:sym typeface="Avenir Roman"/>
              </a:defRPr>
            </a:pPr>
          </a:p>
          <a:p>
            <a:pPr defTabSz="457200">
              <a:lnSpc>
                <a:spcPct val="125000"/>
              </a:lnSpc>
              <a:spcBef>
                <a:spcPts val="0"/>
              </a:spcBef>
              <a:defRPr sz="2400">
                <a:latin typeface="Avenir Roman"/>
                <a:ea typeface="Avenir Roman"/>
                <a:cs typeface="Avenir Roman"/>
                <a:sym typeface="Avenir Roman"/>
              </a:defRPr>
            </a:pPr>
            <a:r>
              <a:t>Within the body of a document, you can code two types of elements: block elements and inline elements. In the topics that follow, you’ll learn how to code a variety of block and inline elements that define the text for a document.</a:t>
            </a:r>
          </a:p>
          <a:p>
            <a:pPr defTabSz="457200">
              <a:lnSpc>
                <a:spcPct val="125000"/>
              </a:lnSpc>
              <a:spcBef>
                <a:spcPts val="0"/>
              </a:spcBef>
              <a:defRPr sz="2400">
                <a:latin typeface="Avenir Roman"/>
                <a:ea typeface="Avenir Roman"/>
                <a:cs typeface="Avenir Roman"/>
                <a:sym typeface="Avenir Roman"/>
              </a:defRPr>
            </a:pPr>
          </a:p>
          <a:p>
            <a:pPr defTabSz="457200">
              <a:lnSpc>
                <a:spcPct val="125000"/>
              </a:lnSpc>
              <a:spcBef>
                <a:spcPts val="0"/>
              </a:spcBef>
              <a:defRPr sz="2400">
                <a:latin typeface="Avenir Heavy"/>
                <a:ea typeface="Avenir Heavy"/>
                <a:cs typeface="Avenir Heavy"/>
                <a:sym typeface="Avenir Heavy"/>
              </a:defRPr>
            </a:pPr>
            <a:r>
              <a:t>How to code headings and paragraphs</a:t>
            </a:r>
          </a:p>
          <a:p>
            <a:pPr defTabSz="457200">
              <a:lnSpc>
                <a:spcPct val="125000"/>
              </a:lnSpc>
              <a:spcBef>
                <a:spcPts val="0"/>
              </a:spcBef>
              <a:defRPr sz="2400">
                <a:latin typeface="Avenir Heavy"/>
                <a:ea typeface="Avenir Heavy"/>
                <a:cs typeface="Avenir Heavy"/>
                <a:sym typeface="Avenir Heavy"/>
              </a:defRPr>
            </a:pPr>
          </a:p>
          <a:p>
            <a:pPr defTabSz="457200">
              <a:lnSpc>
                <a:spcPct val="125000"/>
              </a:lnSpc>
              <a:spcBef>
                <a:spcPts val="0"/>
              </a:spcBef>
              <a:defRPr sz="2400">
                <a:latin typeface="Avenir Roman"/>
                <a:ea typeface="Avenir Roman"/>
                <a:cs typeface="Avenir Roman"/>
                <a:sym typeface="Avenir Roman"/>
              </a:defRPr>
            </a:pPr>
            <a:r>
              <a:t>Headings and paragraphs are the most common content of a web page. These are defined by the HTML elements shown in figure 3-3. These elements are called block elements, and each one begins on a new line when it is displayed. </a:t>
            </a:r>
          </a:p>
          <a:p>
            <a:pPr defTabSz="457200">
              <a:lnSpc>
                <a:spcPct val="125000"/>
              </a:lnSpc>
              <a:spcBef>
                <a:spcPts val="0"/>
              </a:spcBef>
              <a:defRPr sz="2400">
                <a:latin typeface="Avenir Roman"/>
                <a:ea typeface="Avenir Roman"/>
                <a:cs typeface="Avenir Roman"/>
                <a:sym typeface="Avenir Roman"/>
              </a:defRPr>
            </a:pPr>
          </a:p>
          <a:p>
            <a:pPr defTabSz="457200">
              <a:lnSpc>
                <a:spcPct val="125000"/>
              </a:lnSpc>
              <a:spcBef>
                <a:spcPts val="0"/>
              </a:spcBef>
              <a:defRPr sz="2400">
                <a:latin typeface="Avenir Roman"/>
                <a:ea typeface="Avenir Roman"/>
                <a:cs typeface="Avenir Roman"/>
                <a:sym typeface="Avenir Roman"/>
              </a:defRPr>
            </a:pPr>
            <a:r>
              <a:t>If you review the example in this figure, you shouldn’t have any trouble understanding how these elements work. Here, the HTML uses the h1, h2, and &lt;p&gt; elements to generate the text that’s shown. When these elements are displayed by a browser, each element has a default font and size that’s deter-mined by the base font of the browser. This base font is typically Times New Roman in 16 pixels.</a:t>
            </a:r>
          </a:p>
          <a:p>
            <a:pPr defTabSz="457200">
              <a:lnSpc>
                <a:spcPct val="125000"/>
              </a:lnSpc>
              <a:spcBef>
                <a:spcPts val="0"/>
              </a:spcBef>
              <a:defRPr sz="2400">
                <a:latin typeface="Avenir Roman"/>
                <a:ea typeface="Avenir Roman"/>
                <a:cs typeface="Avenir Roman"/>
                <a:sym typeface="Avenir Roman"/>
              </a:defRPr>
            </a:pPr>
          </a:p>
          <a:p>
            <a:pPr defTabSz="457200">
              <a:lnSpc>
                <a:spcPct val="125000"/>
              </a:lnSpc>
              <a:spcBef>
                <a:spcPts val="0"/>
              </a:spcBef>
              <a:defRPr sz="2400">
                <a:latin typeface="Avenir Roman"/>
                <a:ea typeface="Avenir Roman"/>
                <a:cs typeface="Avenir Roman"/>
                <a:sym typeface="Avenir Roman"/>
              </a:defRPr>
            </a:pPr>
          </a:p>
          <a:p>
            <a:pPr defTabSz="457200">
              <a:lnSpc>
                <a:spcPct val="125000"/>
              </a:lnSpc>
              <a:spcBef>
                <a:spcPts val="0"/>
              </a:spcBef>
              <a:defRPr sz="2400">
                <a:latin typeface="Avenir Roman"/>
                <a:ea typeface="Avenir Roman"/>
                <a:cs typeface="Avenir Roman"/>
                <a:sym typeface="Avenir Roman"/>
              </a:defRPr>
            </a:pPr>
            <a:r>
              <a:t>When you use the h1 through h6 elements, you should use them to provide a logical structure for your document, not to format the text. That means that the most important heading on a page should always be an h1 element, and you should only code one h1 element on each page. </a:t>
            </a:r>
          </a:p>
          <a:p>
            <a:pPr defTabSz="457200">
              <a:lnSpc>
                <a:spcPct val="125000"/>
              </a:lnSpc>
              <a:spcBef>
                <a:spcPts val="0"/>
              </a:spcBef>
              <a:defRPr sz="2400">
                <a:latin typeface="Avenir Roman"/>
                <a:ea typeface="Avenir Roman"/>
                <a:cs typeface="Avenir Roman"/>
                <a:sym typeface="Avenir Roman"/>
              </a:defRPr>
            </a:pPr>
          </a:p>
          <a:p>
            <a:pPr defTabSz="457200">
              <a:lnSpc>
                <a:spcPct val="125000"/>
              </a:lnSpc>
              <a:spcBef>
                <a:spcPts val="0"/>
              </a:spcBef>
              <a:defRPr sz="2400">
                <a:latin typeface="Avenir Roman"/>
                <a:ea typeface="Avenir Roman"/>
                <a:cs typeface="Avenir Roman"/>
                <a:sym typeface="Avenir Roman"/>
              </a:defRPr>
            </a:pPr>
            <a:r>
              <a:t>That also means you should only go down one level at a time, not jump down two or more levels to indicate less importance. In other words, the first heading level after an h2 should be an h3, not an h4. </a:t>
            </a:r>
          </a:p>
          <a:p>
            <a:pPr defTabSz="457200">
              <a:lnSpc>
                <a:spcPct val="125000"/>
              </a:lnSpc>
              <a:spcBef>
                <a:spcPts val="0"/>
              </a:spcBef>
              <a:defRPr sz="2400">
                <a:latin typeface="Avenir Roman"/>
                <a:ea typeface="Avenir Roman"/>
                <a:cs typeface="Avenir Roman"/>
                <a:sym typeface="Avenir Roman"/>
              </a:defRPr>
            </a:pPr>
          </a:p>
          <a:p>
            <a:pPr defTabSz="457200">
              <a:lnSpc>
                <a:spcPct val="125000"/>
              </a:lnSpc>
              <a:spcBef>
                <a:spcPts val="0"/>
              </a:spcBef>
              <a:defRPr sz="2400">
                <a:latin typeface="Avenir Roman"/>
                <a:ea typeface="Avenir Roman"/>
                <a:cs typeface="Avenir Roman"/>
                <a:sym typeface="Avenir Roman"/>
              </a:defRPr>
            </a:pPr>
            <a:r>
              <a:t>For example, the h1 element in this figure is used to mark the most important heading on the page, and the h2 elements are used to mark the next level of importance. Then, if the first h2 element required two subheadings below it, they would both be coded at the h3 level. </a:t>
            </a:r>
          </a:p>
          <a:p>
            <a:pPr defTabSz="457200">
              <a:lnSpc>
                <a:spcPct val="125000"/>
              </a:lnSpc>
              <a:spcBef>
                <a:spcPts val="0"/>
              </a:spcBef>
              <a:defRPr sz="2400">
                <a:latin typeface="Avenir Roman"/>
                <a:ea typeface="Avenir Roman"/>
                <a:cs typeface="Avenir Roman"/>
                <a:sym typeface="Avenir Roman"/>
              </a:defRPr>
            </a:pPr>
          </a:p>
          <a:p>
            <a:pPr defTabSz="457200">
              <a:lnSpc>
                <a:spcPct val="125000"/>
              </a:lnSpc>
              <a:spcBef>
                <a:spcPts val="0"/>
              </a:spcBef>
              <a:defRPr sz="2400">
                <a:latin typeface="Avenir Roman"/>
                <a:ea typeface="Avenir Roman"/>
                <a:cs typeface="Avenir Roman"/>
                <a:sym typeface="Avenir Roman"/>
              </a:defRPr>
            </a:pPr>
            <a:r>
              <a:t>This structure helps search engines index your site properly, and it makes your pages more accessible to devices like screen readers. Then, you can use CSS to size and format the text in these elements, as shown in the next chapter.</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8" name="Shape 238"/>
          <p:cNvSpPr/>
          <p:nvPr>
            <p:ph type="sldImg"/>
          </p:nvPr>
        </p:nvSpPr>
        <p:spPr>
          <a:prstGeom prst="rect">
            <a:avLst/>
          </a:prstGeom>
        </p:spPr>
        <p:txBody>
          <a:bodyPr/>
          <a:lstStyle/>
          <a:p>
            <a:pPr/>
          </a:p>
        </p:txBody>
      </p:sp>
      <p:sp>
        <p:nvSpPr>
          <p:cNvPr id="239" name="Shape 239"/>
          <p:cNvSpPr/>
          <p:nvPr>
            <p:ph type="body" sz="quarter" idx="1"/>
          </p:nvPr>
        </p:nvSpPr>
        <p:spPr>
          <a:prstGeom prst="rect">
            <a:avLst/>
          </a:prstGeom>
        </p:spPr>
        <p:txBody>
          <a:bodyPr/>
          <a:lstStyle/>
          <a:p>
            <a:pPr defTabSz="457200">
              <a:lnSpc>
                <a:spcPct val="125000"/>
              </a:lnSpc>
              <a:spcBef>
                <a:spcPts val="0"/>
              </a:spcBef>
              <a:defRPr sz="2400">
                <a:latin typeface="Avenir Roman"/>
                <a:ea typeface="Avenir Roman"/>
                <a:cs typeface="Avenir Roman"/>
                <a:sym typeface="Avenir Roman"/>
              </a:defRPr>
            </a:pPr>
            <a:r>
              <a:t>Here, the HTML uses the h1, h2, and &lt;p&gt; elements to generate the text that’s shown. When these elements are displayed by a browser, each element has a default font and size that’s deter-mined by the base font of the browser. </a:t>
            </a:r>
          </a:p>
          <a:p>
            <a:pPr defTabSz="457200">
              <a:lnSpc>
                <a:spcPct val="125000"/>
              </a:lnSpc>
              <a:spcBef>
                <a:spcPts val="0"/>
              </a:spcBef>
              <a:defRPr sz="2400">
                <a:latin typeface="Avenir Roman"/>
                <a:ea typeface="Avenir Roman"/>
                <a:cs typeface="Avenir Roman"/>
                <a:sym typeface="Avenir Roman"/>
              </a:defRPr>
            </a:pPr>
          </a:p>
          <a:p>
            <a:pPr defTabSz="457200">
              <a:lnSpc>
                <a:spcPct val="125000"/>
              </a:lnSpc>
              <a:spcBef>
                <a:spcPts val="0"/>
              </a:spcBef>
              <a:defRPr sz="2400">
                <a:latin typeface="Avenir Roman"/>
                <a:ea typeface="Avenir Roman"/>
                <a:cs typeface="Avenir Roman"/>
                <a:sym typeface="Avenir Roman"/>
              </a:defRPr>
            </a:pPr>
            <a:r>
              <a:t>This base font is typically Times New Roman in 16 pixels.</a:t>
            </a:r>
          </a:p>
          <a:p>
            <a:pPr defTabSz="457200">
              <a:lnSpc>
                <a:spcPct val="125000"/>
              </a:lnSpc>
              <a:spcBef>
                <a:spcPts val="0"/>
              </a:spcBef>
              <a:defRPr sz="2400">
                <a:latin typeface="Avenir Roman"/>
                <a:ea typeface="Avenir Roman"/>
                <a:cs typeface="Avenir Roman"/>
                <a:sym typeface="Avenir Roman"/>
              </a:defRPr>
            </a:pPr>
          </a:p>
          <a:p>
            <a:pPr defTabSz="457200">
              <a:lnSpc>
                <a:spcPct val="125000"/>
              </a:lnSpc>
              <a:spcBef>
                <a:spcPts val="0"/>
              </a:spcBef>
              <a:defRPr sz="2400">
                <a:latin typeface="Avenir Roman"/>
                <a:ea typeface="Avenir Roman"/>
                <a:cs typeface="Avenir Roman"/>
                <a:sym typeface="Avenir Roman"/>
              </a:defRPr>
            </a:pPr>
            <a:r>
              <a:t>When you use the h1 through h6 elements, you should use them to provide a logical structure for your document, not to format the text. That means that the most important heading on a page should always be an h1 element, and you should only code one h1 element on each page. </a:t>
            </a:r>
          </a:p>
          <a:p>
            <a:pPr defTabSz="457200">
              <a:lnSpc>
                <a:spcPct val="125000"/>
              </a:lnSpc>
              <a:spcBef>
                <a:spcPts val="0"/>
              </a:spcBef>
              <a:defRPr sz="2400">
                <a:latin typeface="Avenir Roman"/>
                <a:ea typeface="Avenir Roman"/>
                <a:cs typeface="Avenir Roman"/>
                <a:sym typeface="Avenir Roman"/>
              </a:defRPr>
            </a:pPr>
          </a:p>
          <a:p>
            <a:pPr defTabSz="457200">
              <a:lnSpc>
                <a:spcPct val="125000"/>
              </a:lnSpc>
              <a:spcBef>
                <a:spcPts val="0"/>
              </a:spcBef>
              <a:defRPr sz="2400">
                <a:latin typeface="Avenir Roman"/>
                <a:ea typeface="Avenir Roman"/>
                <a:cs typeface="Avenir Roman"/>
                <a:sym typeface="Avenir Roman"/>
              </a:defRPr>
            </a:pPr>
            <a:r>
              <a:t>That also means you should only go down one level at a time, not jump down two or more levels to indicate less importance. In other words, the first heading level after an h2 should be an h3, not an h4. For example, the h1 element in this figure is used to mark the most important heading on the page, and the h2 elements are used to mark the next level of importance.</a:t>
            </a:r>
          </a:p>
          <a:p>
            <a:pPr defTabSz="457200">
              <a:lnSpc>
                <a:spcPct val="125000"/>
              </a:lnSpc>
              <a:spcBef>
                <a:spcPts val="0"/>
              </a:spcBef>
              <a:defRPr sz="2400">
                <a:latin typeface="Avenir Roman"/>
                <a:ea typeface="Avenir Roman"/>
                <a:cs typeface="Avenir Roman"/>
                <a:sym typeface="Avenir Roman"/>
              </a:defRPr>
            </a:pPr>
          </a:p>
          <a:p>
            <a:pPr defTabSz="457200">
              <a:lnSpc>
                <a:spcPct val="125000"/>
              </a:lnSpc>
              <a:spcBef>
                <a:spcPts val="0"/>
              </a:spcBef>
              <a:defRPr sz="2400">
                <a:latin typeface="Avenir Roman"/>
                <a:ea typeface="Avenir Roman"/>
                <a:cs typeface="Avenir Roman"/>
                <a:sym typeface="Avenir Roman"/>
              </a:defRPr>
            </a:pPr>
            <a:r>
              <a:t> Then, if the first h2 element required two subheadings below it, they would both be coded at the h3 level. This structure helps search engines index your site properly, and it makes your pages more accessible to devices like screen readers. Then, you can use CSS to size and format the text in these elements, as shown in the next chapter.</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58" name="Shape 258"/>
          <p:cNvSpPr/>
          <p:nvPr>
            <p:ph type="sldImg"/>
          </p:nvPr>
        </p:nvSpPr>
        <p:spPr>
          <a:prstGeom prst="rect">
            <a:avLst/>
          </a:prstGeom>
        </p:spPr>
        <p:txBody>
          <a:bodyPr/>
          <a:lstStyle/>
          <a:p>
            <a:pPr/>
          </a:p>
        </p:txBody>
      </p:sp>
      <p:sp>
        <p:nvSpPr>
          <p:cNvPr id="259" name="Shape 259"/>
          <p:cNvSpPr/>
          <p:nvPr>
            <p:ph type="body" sz="quarter" idx="1"/>
          </p:nvPr>
        </p:nvSpPr>
        <p:spPr>
          <a:prstGeom prst="rect">
            <a:avLst/>
          </a:prstGeom>
        </p:spPr>
        <p:txBody>
          <a:bodyPr/>
          <a:lstStyle/>
          <a:p>
            <a:pPr>
              <a:lnSpc>
                <a:spcPct val="150000"/>
              </a:lnSpc>
              <a:defRPr b="1" sz="2400"/>
            </a:pPr>
            <a:r>
              <a:t>How to code the structural elements</a:t>
            </a:r>
          </a:p>
          <a:p>
            <a:pPr>
              <a:lnSpc>
                <a:spcPct val="150000"/>
              </a:lnSpc>
              <a:defRPr sz="2400"/>
            </a:pPr>
          </a:p>
          <a:p>
            <a:pPr>
              <a:lnSpc>
                <a:spcPct val="150000"/>
              </a:lnSpc>
              <a:defRPr sz="2400"/>
            </a:pPr>
            <a:r>
              <a:t>Figure 3-3 presents the structural elements that were introduced with HTML5. To illustrate, the example in this figure shows how the header, main, and footer elements can be used to divide a web page into three parts. Later, this structure makes it easy to use CSS to change the page layout and format the content. All of these structural elements are block elements. But unlike the heading and paragraph elements, you can nest other block elements within these structural elements. In the HTML code in this figure, for example, you can see that an h1 element is nested within the header element, and a &lt;p&gt; element is nested within both the main and footer elements.</a:t>
            </a:r>
          </a:p>
          <a:p>
            <a:pPr>
              <a:lnSpc>
                <a:spcPct val="150000"/>
              </a:lnSpc>
              <a:defRPr sz="2400"/>
            </a:pPr>
            <a:r>
              <a:t>Although this figure only illustrates the use of three of the seven elements in the table, you’ll see the nav element used in the web page at the end of this chapter. And in later chapters, you’ll see how the aside element is used for a sidebar within the main element; how the section element is used for other content within the main element; and how the article element is used for an article about a speaker.</a:t>
            </a:r>
          </a:p>
          <a:p>
            <a:pPr>
              <a:lnSpc>
                <a:spcPct val="150000"/>
              </a:lnSpc>
              <a:defRPr sz="2400"/>
            </a:pPr>
            <a:r>
              <a:t>But at this point, please note that all the HTML elements that you’ve learned about so far in this chapter have indicated the type of content they contain. For example, an h1 element identifies the top-level heading for a page, and the main element identifies the main content for a page.</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66" name="Shape 266"/>
          <p:cNvSpPr/>
          <p:nvPr>
            <p:ph type="sldImg"/>
          </p:nvPr>
        </p:nvSpPr>
        <p:spPr>
          <a:prstGeom prst="rect">
            <a:avLst/>
          </a:prstGeom>
        </p:spPr>
        <p:txBody>
          <a:bodyPr/>
          <a:lstStyle/>
          <a:p>
            <a:pPr/>
          </a:p>
        </p:txBody>
      </p:sp>
      <p:sp>
        <p:nvSpPr>
          <p:cNvPr id="267" name="Shape 267"/>
          <p:cNvSpPr/>
          <p:nvPr>
            <p:ph type="body" sz="quarter" idx="1"/>
          </p:nvPr>
        </p:nvSpPr>
        <p:spPr>
          <a:prstGeom prst="rect">
            <a:avLst/>
          </a:prstGeom>
        </p:spPr>
        <p:txBody>
          <a:bodyPr/>
          <a:lstStyle>
            <a:lvl1pPr>
              <a:lnSpc>
                <a:spcPct val="150000"/>
              </a:lnSpc>
              <a:defRPr sz="2400"/>
            </a:lvl1pPr>
          </a:lstStyle>
          <a:p>
            <a:pPr/>
            <a:r>
              <a:t>Elements like these are called semantic elements because they give meaning to their content, and the use of these elements can be referred to as HTML semantics. Semantics of course are good for both the developer and the browser. And that in turn means </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74" name="Shape 274"/>
          <p:cNvSpPr/>
          <p:nvPr>
            <p:ph type="sldImg"/>
          </p:nvPr>
        </p:nvSpPr>
        <p:spPr>
          <a:prstGeom prst="rect">
            <a:avLst/>
          </a:prstGeom>
        </p:spPr>
        <p:txBody>
          <a:bodyPr/>
          <a:lstStyle/>
          <a:p>
            <a:pPr/>
          </a:p>
        </p:txBody>
      </p:sp>
      <p:sp>
        <p:nvSpPr>
          <p:cNvPr id="275" name="Shape 275"/>
          <p:cNvSpPr/>
          <p:nvPr>
            <p:ph type="body" sz="quarter" idx="1"/>
          </p:nvPr>
        </p:nvSpPr>
        <p:spPr>
          <a:prstGeom prst="rect">
            <a:avLst/>
          </a:prstGeom>
        </p:spPr>
        <p:txBody>
          <a:bodyPr/>
          <a:lstStyle/>
          <a:p>
            <a:pPr>
              <a:lnSpc>
                <a:spcPct val="150000"/>
              </a:lnSpc>
              <a:defRPr sz="2400">
                <a:latin typeface="Avenir Heavy"/>
                <a:ea typeface="Avenir Heavy"/>
                <a:cs typeface="Avenir Heavy"/>
                <a:sym typeface="Avenir Heavy"/>
              </a:defRPr>
            </a:pPr>
            <a:r>
              <a:t>When and how to use div elements</a:t>
            </a:r>
          </a:p>
          <a:p>
            <a:pPr>
              <a:lnSpc>
                <a:spcPct val="150000"/>
              </a:lnSpc>
              <a:defRPr sz="2400">
                <a:latin typeface="Avenir Book"/>
                <a:ea typeface="Avenir Book"/>
                <a:cs typeface="Avenir Book"/>
                <a:sym typeface="Avenir Book"/>
              </a:defRPr>
            </a:pPr>
            <a:r>
              <a:t>But what happens if you want to divide one of the structural elements into two or more parts and there isn’t a semantic element for that? Then, you can use div elements as shown in figure 3-4. Here, the first example shows how two div elements can be used to divide a section element into two divisions. Then, you can use CSS to lay out and format these divisions separately.</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88" name="Shape 288"/>
          <p:cNvSpPr/>
          <p:nvPr>
            <p:ph type="sldImg"/>
          </p:nvPr>
        </p:nvSpPr>
        <p:spPr>
          <a:prstGeom prst="rect">
            <a:avLst/>
          </a:prstGeom>
        </p:spPr>
        <p:txBody>
          <a:bodyPr/>
          <a:lstStyle/>
          <a:p>
            <a:pPr/>
          </a:p>
        </p:txBody>
      </p:sp>
      <p:sp>
        <p:nvSpPr>
          <p:cNvPr id="289" name="Shape 289"/>
          <p:cNvSpPr/>
          <p:nvPr>
            <p:ph type="body" sz="quarter" idx="1"/>
          </p:nvPr>
        </p:nvSpPr>
        <p:spPr>
          <a:prstGeom prst="rect">
            <a:avLst/>
          </a:prstGeom>
        </p:spPr>
        <p:txBody>
          <a:bodyPr/>
          <a:lstStyle>
            <a:lvl1pPr>
              <a:lnSpc>
                <a:spcPct val="150000"/>
              </a:lnSpc>
              <a:defRPr sz="2400">
                <a:latin typeface="Avenir Book"/>
                <a:ea typeface="Avenir Book"/>
                <a:cs typeface="Avenir Book"/>
                <a:sym typeface="Avenir Book"/>
              </a:defRPr>
            </a:lvl1pPr>
          </a:lstStyle>
          <a:p>
            <a:pPr/>
            <a:r>
              <a:t>The second example in this figure shows how div elements were used before HTML5 introduced the structural elements. Here, you can see that the div elements divide the page into header, main, and footer divisions by using id attributes to identify them. But the div elements aren’t semantic and don’t help web accessibility or search engine optimization. That’s why you don’t want to use div elements when you can use the structural elements.</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96" name="Shape 296"/>
          <p:cNvSpPr/>
          <p:nvPr>
            <p:ph type="sldImg"/>
          </p:nvPr>
        </p:nvSpPr>
        <p:spPr>
          <a:prstGeom prst="rect">
            <a:avLst/>
          </a:prstGeom>
        </p:spPr>
        <p:txBody>
          <a:bodyPr/>
          <a:lstStyle/>
          <a:p>
            <a:pPr/>
          </a:p>
        </p:txBody>
      </p:sp>
      <p:sp>
        <p:nvSpPr>
          <p:cNvPr id="297" name="Shape 297"/>
          <p:cNvSpPr/>
          <p:nvPr>
            <p:ph type="body" sz="quarter" idx="1"/>
          </p:nvPr>
        </p:nvSpPr>
        <p:spPr>
          <a:prstGeom prst="rect">
            <a:avLst/>
          </a:prstGeom>
        </p:spPr>
        <p:txBody>
          <a:bodyPr/>
          <a:lstStyle/>
          <a:p>
            <a:pPr>
              <a:lnSpc>
                <a:spcPct val="150000"/>
              </a:lnSpc>
              <a:defRPr sz="2400">
                <a:latin typeface="Avenir Book"/>
                <a:ea typeface="Avenir Book"/>
                <a:cs typeface="Avenir Book"/>
                <a:sym typeface="Avenir Book"/>
              </a:defRPr>
            </a:pPr>
          </a:p>
          <a:p>
            <a:pPr>
              <a:lnSpc>
                <a:spcPct val="150000"/>
              </a:lnSpc>
              <a:defRPr sz="2400">
                <a:latin typeface="Avenir Book"/>
                <a:ea typeface="Avenir Book"/>
                <a:cs typeface="Avenir Book"/>
                <a:sym typeface="Avenir Book"/>
              </a:defRPr>
            </a:pPr>
            <a:r>
              <a:t>The next two figures show how to use inline elements, other block elements, and character entities to present the text for a web page.</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09" name="Shape 309"/>
          <p:cNvSpPr/>
          <p:nvPr>
            <p:ph type="sldImg"/>
          </p:nvPr>
        </p:nvSpPr>
        <p:spPr>
          <a:prstGeom prst="rect">
            <a:avLst/>
          </a:prstGeom>
        </p:spPr>
        <p:txBody>
          <a:bodyPr/>
          <a:lstStyle/>
          <a:p>
            <a:pPr/>
          </a:p>
        </p:txBody>
      </p:sp>
      <p:sp>
        <p:nvSpPr>
          <p:cNvPr id="310" name="Shape 310"/>
          <p:cNvSpPr/>
          <p:nvPr>
            <p:ph type="body" sz="quarter" idx="1"/>
          </p:nvPr>
        </p:nvSpPr>
        <p:spPr>
          <a:prstGeom prst="rect">
            <a:avLst/>
          </a:prstGeom>
        </p:spPr>
        <p:txBody>
          <a:bodyPr/>
          <a:lstStyle/>
          <a:p>
            <a:pPr>
              <a:lnSpc>
                <a:spcPct val="150000"/>
              </a:lnSpc>
              <a:defRPr sz="2400">
                <a:latin typeface="Avenir Heavy"/>
                <a:ea typeface="Avenir Heavy"/>
                <a:cs typeface="Avenir Heavy"/>
                <a:sym typeface="Avenir Heavy"/>
              </a:defRPr>
            </a:pPr>
            <a:r>
              <a:t>How to code the inline elements for text</a:t>
            </a:r>
          </a:p>
          <a:p>
            <a:pPr>
              <a:lnSpc>
                <a:spcPct val="150000"/>
              </a:lnSpc>
              <a:defRPr sz="2400">
                <a:latin typeface="Avenir Book"/>
                <a:ea typeface="Avenir Book"/>
                <a:cs typeface="Avenir Book"/>
                <a:sym typeface="Avenir Book"/>
              </a:defRPr>
            </a:pPr>
            <a:r>
              <a:t>In contrast to a block element, an inline element doesn’t start on a new line. Instead, an inline element is coded within a block element. In figure, 3-5, you can see how 14 inline elements can be used to provide and format the text for a web page.</a:t>
            </a:r>
          </a:p>
          <a:p>
            <a:pPr>
              <a:lnSpc>
                <a:spcPct val="150000"/>
              </a:lnSpc>
              <a:defRPr sz="2400">
                <a:latin typeface="Avenir Book"/>
                <a:ea typeface="Avenir Book"/>
                <a:cs typeface="Avenir Book"/>
                <a:sym typeface="Avenir Book"/>
              </a:defRPr>
            </a:pPr>
            <a:r>
              <a:t>The first table in this figure presents elements that you can use to identify inline content. For instance, you can use the abbr element to identify an abbreviation, the &lt;q&gt; element to identify a quotation, and the cite element to identify the source of a block element like a quotation.</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22" name="Shape 322"/>
          <p:cNvSpPr/>
          <p:nvPr>
            <p:ph type="sldImg"/>
          </p:nvPr>
        </p:nvSpPr>
        <p:spPr>
          <a:prstGeom prst="rect">
            <a:avLst/>
          </a:prstGeom>
        </p:spPr>
        <p:txBody>
          <a:bodyPr/>
          <a:lstStyle/>
          <a:p>
            <a:pPr/>
          </a:p>
        </p:txBody>
      </p:sp>
      <p:sp>
        <p:nvSpPr>
          <p:cNvPr id="323" name="Shape 323"/>
          <p:cNvSpPr/>
          <p:nvPr>
            <p:ph type="body" sz="quarter" idx="1"/>
          </p:nvPr>
        </p:nvSpPr>
        <p:spPr>
          <a:prstGeom prst="rect">
            <a:avLst/>
          </a:prstGeom>
        </p:spPr>
        <p:txBody>
          <a:bodyPr/>
          <a:lstStyle/>
          <a:p>
            <a:pPr>
              <a:lnSpc>
                <a:spcPct val="150000"/>
              </a:lnSpc>
              <a:defRPr sz="2400">
                <a:latin typeface="Avenir Heavy"/>
                <a:ea typeface="Avenir Heavy"/>
                <a:cs typeface="Avenir Heavy"/>
                <a:sym typeface="Avenir Heavy"/>
              </a:defRPr>
            </a:pPr>
            <a:r>
              <a:t>How to use character entities and three block elements for text</a:t>
            </a:r>
          </a:p>
          <a:p>
            <a:pPr>
              <a:lnSpc>
                <a:spcPct val="150000"/>
              </a:lnSpc>
              <a:defRPr sz="2400">
                <a:latin typeface="Avenir Book"/>
                <a:ea typeface="Avenir Book"/>
                <a:cs typeface="Avenir Book"/>
                <a:sym typeface="Avenir Book"/>
              </a:defRPr>
            </a:pPr>
            <a:r>
              <a:t>Figure 3-6 shows how to use character entities and three more block elements for text. In the first table, you can see 12 of the many character entities that provide a way to include characters like ampersands (&amp;) and degree symbols in your text. As you can see, all character entities start with an ampersand (&amp;) and end with a semicolon (;). Then, the rest of the entity identifies the character it represents.</a:t>
            </a:r>
          </a:p>
          <a:p>
            <a:pPr>
              <a:lnSpc>
                <a:spcPct val="150000"/>
              </a:lnSpc>
              <a:defRPr sz="2400">
                <a:latin typeface="Avenir Book"/>
                <a:ea typeface="Avenir Book"/>
                <a:cs typeface="Avenir Book"/>
                <a:sym typeface="Avenir Book"/>
              </a:defRPr>
            </a:pPr>
          </a:p>
          <a:p>
            <a:pPr>
              <a:lnSpc>
                <a:spcPct val="150000"/>
              </a:lnSpc>
              <a:defRPr sz="2400">
                <a:latin typeface="Avenir Book"/>
                <a:ea typeface="Avenir Book"/>
                <a:cs typeface="Avenir Book"/>
                <a:sym typeface="Avenir Book"/>
              </a:defRPr>
            </a:pPr>
            <a:r>
              <a:t>In the second table, you can see three more block elements for coding special types of text. For instance, the blockquote element can be used to display a quotation, and the address element can be used to present contact information. </a:t>
            </a:r>
          </a:p>
          <a:p>
            <a:pPr>
              <a:lnSpc>
                <a:spcPct val="150000"/>
              </a:lnSpc>
              <a:defRPr sz="2400">
                <a:latin typeface="Avenir Book"/>
                <a:ea typeface="Avenir Book"/>
                <a:cs typeface="Avenir Book"/>
                <a:sym typeface="Avenir Book"/>
              </a:defRPr>
            </a:pPr>
          </a:p>
          <a:p>
            <a:pPr>
              <a:lnSpc>
                <a:spcPct val="150000"/>
              </a:lnSpc>
              <a:defRPr sz="2400">
                <a:latin typeface="Avenir Book"/>
                <a:ea typeface="Avenir Book"/>
                <a:cs typeface="Avenir Book"/>
                <a:sym typeface="Avenir Book"/>
              </a:defRPr>
            </a:pPr>
            <a:r>
              <a:t>Like the structural elements, these elements are good semantically because they identify the contents.</a:t>
            </a:r>
          </a:p>
          <a:p>
            <a:pPr>
              <a:lnSpc>
                <a:spcPct val="150000"/>
              </a:lnSpc>
              <a:defRPr sz="2400">
                <a:latin typeface="Avenir Book"/>
                <a:ea typeface="Avenir Book"/>
                <a:cs typeface="Avenir Book"/>
                <a:sym typeface="Avenir Book"/>
              </a:defRPr>
            </a:pPr>
          </a:p>
          <a:p>
            <a:pPr>
              <a:lnSpc>
                <a:spcPct val="150000"/>
              </a:lnSpc>
              <a:defRPr sz="2400">
                <a:latin typeface="Avenir Book"/>
                <a:ea typeface="Avenir Book"/>
                <a:cs typeface="Avenir Book"/>
                <a:sym typeface="Avenir Book"/>
              </a:defRPr>
            </a:pPr>
            <a:r>
              <a:t>The examples that follow illustrate how character entities and these block elements work. Here, the blockquote element is used for a quotation, but note that quotation marks aren’t added to it. Then, the address element is used for contact information.</a:t>
            </a:r>
          </a:p>
          <a:p>
            <a:pPr>
              <a:lnSpc>
                <a:spcPct val="150000"/>
              </a:lnSpc>
              <a:defRPr sz="2400">
                <a:latin typeface="Avenir Book"/>
                <a:ea typeface="Avenir Book"/>
                <a:cs typeface="Avenir Book"/>
                <a:sym typeface="Avenir Book"/>
              </a:defRPr>
            </a:pPr>
            <a:r>
              <a:t>Last, two character entities are used within a &lt;p&gt; element. The first one provides the copyright symbol. The second one provides an ampersand. This shows that you can’t just type an ampersand in your text because the ampersand is the first character in a character entity. </a:t>
            </a:r>
          </a:p>
          <a:p>
            <a:pPr>
              <a:lnSpc>
                <a:spcPct val="150000"/>
              </a:lnSpc>
              <a:defRPr sz="2400">
                <a:latin typeface="Avenir Book"/>
                <a:ea typeface="Avenir Book"/>
                <a:cs typeface="Avenir Book"/>
                <a:sym typeface="Avenir Book"/>
              </a:defRPr>
            </a:pPr>
          </a:p>
          <a:p>
            <a:pPr>
              <a:lnSpc>
                <a:spcPct val="150000"/>
              </a:lnSpc>
              <a:defRPr sz="2400">
                <a:latin typeface="Avenir Book"/>
                <a:ea typeface="Avenir Book"/>
                <a:cs typeface="Avenir Book"/>
                <a:sym typeface="Avenir Book"/>
              </a:defRPr>
            </a:pPr>
            <a:r>
              <a:t>Similarly, because the left bracket (&lt;) and right bracket (&gt;) are used to identify HTML tags, you can’t use those characters to represent less-than and greater-than signs. Instead, you need to use the &amp;lt; and &amp;gt; entities. You should know, however, that in some cases the &amp;, &lt;, and &gt; characters will work without coding them as character entities. If you want them to work for all purposes and pass all validation tests, though, it’s best to code them as character entities.</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36" name="Shape 336"/>
          <p:cNvSpPr/>
          <p:nvPr>
            <p:ph type="sldImg"/>
          </p:nvPr>
        </p:nvSpPr>
        <p:spPr>
          <a:prstGeom prst="rect">
            <a:avLst/>
          </a:prstGeom>
        </p:spPr>
        <p:txBody>
          <a:bodyPr/>
          <a:lstStyle/>
          <a:p>
            <a:pPr/>
          </a:p>
        </p:txBody>
      </p:sp>
      <p:sp>
        <p:nvSpPr>
          <p:cNvPr id="337" name="Shape 337"/>
          <p:cNvSpPr/>
          <p:nvPr>
            <p:ph type="body" sz="quarter" idx="1"/>
          </p:nvPr>
        </p:nvSpPr>
        <p:spPr>
          <a:prstGeom prst="rect">
            <a:avLst/>
          </a:prstGeom>
        </p:spPr>
        <p:txBody>
          <a:bodyPr/>
          <a:lstStyle/>
          <a:p>
            <a:pPr>
              <a:lnSpc>
                <a:spcPct val="150000"/>
              </a:lnSpc>
              <a:defRPr sz="2400">
                <a:latin typeface="Avenir Heavy"/>
                <a:ea typeface="Avenir Heavy"/>
                <a:cs typeface="Avenir Heavy"/>
                <a:sym typeface="Avenir Heavy"/>
              </a:defRPr>
            </a:pPr>
            <a:r>
              <a:t>How to code links, lists, and images</a:t>
            </a:r>
          </a:p>
          <a:p>
            <a:pPr>
              <a:lnSpc>
                <a:spcPct val="150000"/>
              </a:lnSpc>
              <a:defRPr sz="2400">
                <a:latin typeface="Avenir Book"/>
                <a:ea typeface="Avenir Book"/>
                <a:cs typeface="Avenir Book"/>
                <a:sym typeface="Avenir Book"/>
              </a:defRPr>
            </a:pPr>
            <a:r>
              <a:t>Because you’ll use links, lists, and images in most of the web pages that you develop, the topics that follow introduce you to these elements. But first, you need to know how to code absolute and relative URLs so you can use them with your links and images.</a:t>
            </a:r>
          </a:p>
          <a:p>
            <a:pPr>
              <a:lnSpc>
                <a:spcPct val="150000"/>
              </a:lnSpc>
              <a:defRPr sz="2400">
                <a:latin typeface="Avenir Heavy"/>
                <a:ea typeface="Avenir Heavy"/>
                <a:cs typeface="Avenir Heavy"/>
                <a:sym typeface="Avenir Heavy"/>
              </a:defRPr>
            </a:pPr>
            <a:r>
              <a:t>How to code URLs</a:t>
            </a:r>
          </a:p>
          <a:p>
            <a:pPr>
              <a:lnSpc>
                <a:spcPct val="150000"/>
              </a:lnSpc>
              <a:defRPr sz="2400">
                <a:latin typeface="Avenir Book"/>
                <a:ea typeface="Avenir Book"/>
                <a:cs typeface="Avenir Book"/>
                <a:sym typeface="Avenir Book"/>
              </a:defRPr>
            </a:pPr>
            <a:r>
              <a:t>Figure 3-7 presents some examples of absolute and relative URLs. To help you understand how these examples work, the diagram at the top of this figure shows the folder structure for the website used in the examples. As you can see, the folders are organized into three levels. The root folder for the site contains five subfolders, including the folders that contain the images and styles for the site. </a:t>
            </a:r>
          </a:p>
          <a:p>
            <a:pPr>
              <a:lnSpc>
                <a:spcPct val="150000"/>
              </a:lnSpc>
              <a:defRPr sz="2400">
                <a:latin typeface="Avenir Book"/>
                <a:ea typeface="Avenir Book"/>
                <a:cs typeface="Avenir Book"/>
                <a:sym typeface="Avenir Book"/>
              </a:defRPr>
            </a:pPr>
          </a:p>
          <a:p>
            <a:pPr>
              <a:lnSpc>
                <a:spcPct val="150000"/>
              </a:lnSpc>
              <a:defRPr sz="2400">
                <a:latin typeface="Avenir Book"/>
                <a:ea typeface="Avenir Book"/>
                <a:cs typeface="Avenir Book"/>
                <a:sym typeface="Avenir Book"/>
              </a:defRPr>
            </a:pPr>
            <a:r>
              <a:t>Then, the books folder contains subfolders of its own. In chapter 1, you learned the basic components of an absolute URL, which includes the domain name of the website.</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44" name="Shape 344"/>
          <p:cNvSpPr/>
          <p:nvPr>
            <p:ph type="sldImg"/>
          </p:nvPr>
        </p:nvSpPr>
        <p:spPr>
          <a:prstGeom prst="rect">
            <a:avLst/>
          </a:prstGeom>
        </p:spPr>
        <p:txBody>
          <a:bodyPr/>
          <a:lstStyle/>
          <a:p>
            <a:pPr/>
          </a:p>
        </p:txBody>
      </p:sp>
      <p:sp>
        <p:nvSpPr>
          <p:cNvPr id="345" name="Shape 345"/>
          <p:cNvSpPr/>
          <p:nvPr>
            <p:ph type="body" sz="quarter" idx="1"/>
          </p:nvPr>
        </p:nvSpPr>
        <p:spPr>
          <a:prstGeom prst="rect">
            <a:avLst/>
          </a:prstGeom>
        </p:spPr>
        <p:txBody>
          <a:bodyPr/>
          <a:lstStyle/>
          <a:p>
            <a:pPr>
              <a:lnSpc>
                <a:spcPct val="150000"/>
              </a:lnSpc>
              <a:defRPr sz="2400">
                <a:latin typeface="Avenir Book"/>
                <a:ea typeface="Avenir Book"/>
                <a:cs typeface="Avenir Book"/>
                <a:sym typeface="Avenir Book"/>
              </a:defRPr>
            </a:pPr>
            <a:r>
              <a:t>This is illustrated by the first group of examples in this figure. Here, both URLs refer to pages at www.murach.com. The first URL points to the index.html file in the root folder of this website, and the second URL points to the toc.html file in the root/books/php folder. When used within the code for the web pages of a site, an absolute URL is used to refer to a file in another website. By contrast, a relative URL is used to refer to a file within the same website. And as this figure shows, there are two types of relative URLs. In a root-relative path, the path is relative to the root folder of the website. This is illustrated by the second group of examples. Here, the leading slash indicates the root folder for the site. </a:t>
            </a:r>
          </a:p>
          <a:p>
            <a:pPr>
              <a:lnSpc>
                <a:spcPct val="150000"/>
              </a:lnSpc>
              <a:defRPr sz="2400">
                <a:latin typeface="Avenir Book"/>
                <a:ea typeface="Avenir Book"/>
                <a:cs typeface="Avenir Book"/>
                <a:sym typeface="Avenir Book"/>
              </a:defRPr>
            </a:pPr>
          </a:p>
          <a:p>
            <a:pPr>
              <a:lnSpc>
                <a:spcPct val="150000"/>
              </a:lnSpc>
              <a:defRPr sz="2400">
                <a:latin typeface="Avenir Book"/>
                <a:ea typeface="Avenir Book"/>
                <a:cs typeface="Avenir Book"/>
                <a:sym typeface="Avenir Book"/>
              </a:defRPr>
            </a:pPr>
            <a:r>
              <a:t>As a result, the first path refers to the login.html file in the root folder, and the second path refers to the logo.gif file in the images folder. In a document-relative path, the path is relative to the current document. This is illustrated by the third group of examples. Here, the assumption is that the paths are coded in a file that is in the root folder for a website. Then, the first path refers to a file in the images subfolder of the root folder, and the second path refers to a file in the php subfolder of the books subfolder. This illustrates paths that navigate down the levels of the folder structure. But you can also navigate up the levels with a document-relative path. This is illustrated by the fourth group of examples. Here, the assumption is that the current document is in the root/books folder. Then, the first path goes up one level for the index.html file in the root folder. The second path also goes up one level to the root folder and then down one level for the logo.gif file in the images folder.</a:t>
            </a:r>
          </a:p>
          <a:p>
            <a:pPr>
              <a:lnSpc>
                <a:spcPct val="150000"/>
              </a:lnSpc>
              <a:defRPr sz="2400">
                <a:latin typeface="Avenir Book"/>
                <a:ea typeface="Avenir Book"/>
                <a:cs typeface="Avenir Book"/>
                <a:sym typeface="Avenir Book"/>
              </a:defRPr>
            </a:pPr>
            <a:r>
              <a:t>This shows that there’s more than one way to code the path for a file. If, for example, you’re coding an HTML file in the root/books folder, you can use either a root-relative path or a document-relative path to get to the images subfolder. If this is confusing right now, you’ll get used to it when you start coding your own pages.</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52" name="Shape 352"/>
          <p:cNvSpPr/>
          <p:nvPr>
            <p:ph type="sldImg"/>
          </p:nvPr>
        </p:nvSpPr>
        <p:spPr>
          <a:prstGeom prst="rect">
            <a:avLst/>
          </a:prstGeom>
        </p:spPr>
        <p:txBody>
          <a:bodyPr/>
          <a:lstStyle/>
          <a:p>
            <a:pPr/>
          </a:p>
        </p:txBody>
      </p:sp>
      <p:sp>
        <p:nvSpPr>
          <p:cNvPr id="353" name="Shape 353"/>
          <p:cNvSpPr/>
          <p:nvPr>
            <p:ph type="body" sz="quarter" idx="1"/>
          </p:nvPr>
        </p:nvSpPr>
        <p:spPr>
          <a:prstGeom prst="rect">
            <a:avLst/>
          </a:prstGeom>
        </p:spPr>
        <p:txBody>
          <a:bodyPr/>
          <a:lstStyle/>
          <a:p>
            <a:pPr>
              <a:lnSpc>
                <a:spcPct val="150000"/>
              </a:lnSpc>
              <a:defRPr sz="2400">
                <a:latin typeface="Avenir Book"/>
                <a:ea typeface="Avenir Book"/>
                <a:cs typeface="Avenir Book"/>
                <a:sym typeface="Avenir Book"/>
              </a:defRPr>
            </a:pPr>
            <a:r>
              <a:t>This is illustrated by the first group of examples in this figure. Here, both URLs refer to pages at www.murach.com. </a:t>
            </a:r>
          </a:p>
          <a:p>
            <a:pPr>
              <a:lnSpc>
                <a:spcPct val="150000"/>
              </a:lnSpc>
              <a:defRPr sz="2400">
                <a:latin typeface="Avenir Book"/>
                <a:ea typeface="Avenir Book"/>
                <a:cs typeface="Avenir Book"/>
                <a:sym typeface="Avenir Book"/>
              </a:defRPr>
            </a:pPr>
          </a:p>
          <a:p>
            <a:pPr>
              <a:lnSpc>
                <a:spcPct val="150000"/>
              </a:lnSpc>
              <a:defRPr sz="2400">
                <a:latin typeface="Avenir Book"/>
                <a:ea typeface="Avenir Book"/>
                <a:cs typeface="Avenir Book"/>
                <a:sym typeface="Avenir Book"/>
              </a:defRPr>
            </a:pPr>
            <a:r>
              <a:t>The first URL points to the index.html file in the root folder of this website, and the second URL points to the toc.html file in the root/books/php folder. When used within the code for the web pages of a site, an absolute URL is used to refer to a file in another website. </a:t>
            </a:r>
          </a:p>
          <a:p>
            <a:pPr>
              <a:lnSpc>
                <a:spcPct val="150000"/>
              </a:lnSpc>
              <a:defRPr sz="2400">
                <a:latin typeface="Avenir Book"/>
                <a:ea typeface="Avenir Book"/>
                <a:cs typeface="Avenir Book"/>
                <a:sym typeface="Avenir Book"/>
              </a:defRPr>
            </a:pPr>
          </a:p>
          <a:p>
            <a:pPr>
              <a:lnSpc>
                <a:spcPct val="150000"/>
              </a:lnSpc>
              <a:defRPr sz="2400">
                <a:latin typeface="Avenir Book"/>
                <a:ea typeface="Avenir Book"/>
                <a:cs typeface="Avenir Book"/>
                <a:sym typeface="Avenir Book"/>
              </a:defRPr>
            </a:pPr>
            <a:r>
              <a:t>By contrast, a relative URL is used to refer to a file within the same website. And as this figure shows, there are two types of relative URLs. In a root-relative path, the path is relative to the root folder of the website. </a:t>
            </a:r>
          </a:p>
          <a:p>
            <a:pPr>
              <a:lnSpc>
                <a:spcPct val="150000"/>
              </a:lnSpc>
              <a:defRPr sz="2400">
                <a:latin typeface="Avenir Book"/>
                <a:ea typeface="Avenir Book"/>
                <a:cs typeface="Avenir Book"/>
                <a:sym typeface="Avenir Book"/>
              </a:defRPr>
            </a:pPr>
          </a:p>
          <a:p>
            <a:pPr>
              <a:lnSpc>
                <a:spcPct val="150000"/>
              </a:lnSpc>
              <a:defRPr sz="2400">
                <a:latin typeface="Avenir Book"/>
                <a:ea typeface="Avenir Book"/>
                <a:cs typeface="Avenir Book"/>
                <a:sym typeface="Avenir Book"/>
              </a:defRPr>
            </a:pPr>
            <a:r>
              <a:t>This is illustrated by the second group of examples. Here, the leading slash indicates the root folder for the site. As a result, the first path refers to the login.html file in the root folder, and the second path refers to the logo.gif file in the images folder. In a document-relative path, the path is relative to the current document. This is illustrated by the third group of examples. Here, the assumption is that the paths are coded in a file that is in the root folder for a website. </a:t>
            </a:r>
          </a:p>
          <a:p>
            <a:pPr>
              <a:lnSpc>
                <a:spcPct val="150000"/>
              </a:lnSpc>
              <a:defRPr sz="2400">
                <a:latin typeface="Avenir Book"/>
                <a:ea typeface="Avenir Book"/>
                <a:cs typeface="Avenir Book"/>
                <a:sym typeface="Avenir Book"/>
              </a:defRPr>
            </a:pPr>
          </a:p>
          <a:p>
            <a:pPr>
              <a:lnSpc>
                <a:spcPct val="150000"/>
              </a:lnSpc>
              <a:defRPr sz="2400">
                <a:latin typeface="Avenir Book"/>
                <a:ea typeface="Avenir Book"/>
                <a:cs typeface="Avenir Book"/>
                <a:sym typeface="Avenir Book"/>
              </a:defRPr>
            </a:pPr>
            <a:r>
              <a:t>Then, the first path refers to a file in the images subfolder of the root folder, and the second path refers to a file in the php subfolder of the books subfolder. This illustrates paths that navigate down the levels of the folder structure. But you can also navigate up the levels with a document-relative path. This is illustrated by the fourth group of examples. Here, the assumption is that the current document is in the root/books folder. Then, the first path goes up one level for the index.html file in the root folder. The second path also goes up one level to the root folder and then down one level for the logo.gif file in the images folder.</a:t>
            </a:r>
          </a:p>
          <a:p>
            <a:pPr>
              <a:lnSpc>
                <a:spcPct val="150000"/>
              </a:lnSpc>
              <a:defRPr sz="2400">
                <a:latin typeface="Avenir Book"/>
                <a:ea typeface="Avenir Book"/>
                <a:cs typeface="Avenir Book"/>
                <a:sym typeface="Avenir Book"/>
              </a:defRPr>
            </a:pPr>
            <a:r>
              <a:t>This shows that there’s more than one way to code the path for a file. If, for example, you’re coding an HTML file in the root/books folder, you can use either a root-relative path or a document-relative path to get to the images subfolder. If this is confusing right now, you’ll get used to it when you start coding your own pages.</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67" name="Shape 367"/>
          <p:cNvSpPr/>
          <p:nvPr>
            <p:ph type="sldImg"/>
          </p:nvPr>
        </p:nvSpPr>
        <p:spPr>
          <a:prstGeom prst="rect">
            <a:avLst/>
          </a:prstGeom>
        </p:spPr>
        <p:txBody>
          <a:bodyPr/>
          <a:lstStyle/>
          <a:p>
            <a:pPr/>
          </a:p>
        </p:txBody>
      </p:sp>
      <p:sp>
        <p:nvSpPr>
          <p:cNvPr id="368" name="Shape 368"/>
          <p:cNvSpPr/>
          <p:nvPr>
            <p:ph type="body" sz="quarter" idx="1"/>
          </p:nvPr>
        </p:nvSpPr>
        <p:spPr>
          <a:prstGeom prst="rect">
            <a:avLst/>
          </a:prstGeom>
        </p:spPr>
        <p:txBody>
          <a:bodyPr/>
          <a:lstStyle/>
          <a:p>
            <a:pPr>
              <a:lnSpc>
                <a:spcPct val="150000"/>
              </a:lnSpc>
              <a:defRPr sz="2400">
                <a:latin typeface="Avenir Heavy"/>
                <a:ea typeface="Avenir Heavy"/>
                <a:cs typeface="Avenir Heavy"/>
                <a:sym typeface="Avenir Heavy"/>
              </a:defRPr>
            </a:pPr>
            <a:r>
              <a:t>How to code lists</a:t>
            </a:r>
          </a:p>
          <a:p>
            <a:pPr>
              <a:lnSpc>
                <a:spcPct val="150000"/>
              </a:lnSpc>
              <a:defRPr sz="2400">
                <a:latin typeface="Avenir Book"/>
                <a:ea typeface="Avenir Book"/>
                <a:cs typeface="Avenir Book"/>
                <a:sym typeface="Avenir Book"/>
              </a:defRPr>
            </a:pPr>
            <a:r>
              <a:t>Figure 3-9 shows how to code the two basic types of lists: ordered lists and unordered lists. To create an unordered list, you use the ul element. Then, within this element, you code one li (list item) element for each item in the list. The content of each li element is the text that’s displayed in the list. By default, when a list is displayed in a browser, each item in an unordered list is preceded by a bullet. However, you can change that bullet with CSS. </a:t>
            </a:r>
          </a:p>
          <a:p>
            <a:pPr>
              <a:lnSpc>
                <a:spcPct val="150000"/>
              </a:lnSpc>
              <a:defRPr sz="2400">
                <a:latin typeface="Avenir Book"/>
                <a:ea typeface="Avenir Book"/>
                <a:cs typeface="Avenir Book"/>
                <a:sym typeface="Avenir Book"/>
              </a:defRPr>
            </a:pPr>
          </a:p>
          <a:p>
            <a:pPr>
              <a:lnSpc>
                <a:spcPct val="150000"/>
              </a:lnSpc>
              <a:defRPr sz="2400">
                <a:latin typeface="Avenir Book"/>
                <a:ea typeface="Avenir Book"/>
                <a:cs typeface="Avenir Book"/>
                <a:sym typeface="Avenir Book"/>
              </a:defRPr>
            </a:pPr>
            <a:r>
              <a:t>To create an ordered list, you use the ol element, along with one li element for each item in the list. This works like the ul element, except that the items are preceded by numbers rather than bullets when they’re displayed in a browser. In this case, you can change the type of numbers that are used with CSS. </a:t>
            </a:r>
          </a:p>
          <a:p>
            <a:pPr>
              <a:lnSpc>
                <a:spcPct val="150000"/>
              </a:lnSpc>
              <a:defRPr sz="2400">
                <a:latin typeface="Avenir Book"/>
                <a:ea typeface="Avenir Book"/>
                <a:cs typeface="Avenir Book"/>
                <a:sym typeface="Avenir Book"/>
              </a:defRPr>
            </a:pPr>
          </a:p>
          <a:p>
            <a:pPr>
              <a:lnSpc>
                <a:spcPct val="150000"/>
              </a:lnSpc>
              <a:defRPr sz="2400">
                <a:latin typeface="Avenir Book"/>
                <a:ea typeface="Avenir Book"/>
                <a:cs typeface="Avenir Book"/>
                <a:sym typeface="Avenir Book"/>
              </a:defRPr>
            </a:pPr>
            <a:r>
              <a:t>The two lists shown in this figure illustrate how this works. Here, the first list displays the names of several programming languages, so these items don’t need to reflect any order. </a:t>
            </a:r>
          </a:p>
          <a:p>
            <a:pPr>
              <a:lnSpc>
                <a:spcPct val="150000"/>
              </a:lnSpc>
              <a:defRPr sz="2400">
                <a:latin typeface="Avenir Book"/>
                <a:ea typeface="Avenir Book"/>
                <a:cs typeface="Avenir Book"/>
                <a:sym typeface="Avenir Book"/>
              </a:defRPr>
            </a:pPr>
          </a:p>
          <a:p>
            <a:pPr>
              <a:lnSpc>
                <a:spcPct val="150000"/>
              </a:lnSpc>
              <a:defRPr sz="2400">
                <a:latin typeface="Avenir Book"/>
                <a:ea typeface="Avenir Book"/>
                <a:cs typeface="Avenir Book"/>
                <a:sym typeface="Avenir Book"/>
              </a:defRPr>
            </a:pPr>
            <a:r>
              <a:t>By contrast, the second list identifies three steps for completing an order. Because these steps must be completed in a prescribed sequence, they’re displayed in an ordered list.</a:t>
            </a:r>
          </a:p>
          <a:p>
            <a:pPr>
              <a:lnSpc>
                <a:spcPct val="150000"/>
              </a:lnSpc>
              <a:defRPr sz="2400">
                <a:latin typeface="Avenir Book"/>
                <a:ea typeface="Avenir Book"/>
                <a:cs typeface="Avenir Book"/>
                <a:sym typeface="Avenir Book"/>
              </a:defRPr>
            </a:pPr>
          </a:p>
          <a:p>
            <a:pPr>
              <a:lnSpc>
                <a:spcPct val="150000"/>
              </a:lnSpc>
              <a:defRPr sz="2400">
                <a:latin typeface="Avenir Book"/>
                <a:ea typeface="Avenir Book"/>
                <a:cs typeface="Avenir Book"/>
                <a:sym typeface="Avenir Book"/>
              </a:defRPr>
            </a:pPr>
          </a:p>
          <a:p>
            <a:pPr>
              <a:lnSpc>
                <a:spcPct val="150000"/>
              </a:lnSpc>
              <a:defRPr sz="2400">
                <a:latin typeface="Avenir Book"/>
                <a:ea typeface="Avenir Book"/>
                <a:cs typeface="Avenir Book"/>
                <a:sym typeface="Avenir Book"/>
              </a:defRPr>
            </a:pPr>
            <a:r>
              <a:t>When you work with the li element, you should be aware that it can contain text, inline elements, or block elements. For example, an li element can contain an &lt;a&gt; element that defines a link. In fact, it’s a best practice to code a series of links within an unordered list. You’ll see an example of that later in this chapter, and you’ll learn all about it in chapter 7.</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82" name="Shape 382"/>
          <p:cNvSpPr/>
          <p:nvPr>
            <p:ph type="sldImg"/>
          </p:nvPr>
        </p:nvSpPr>
        <p:spPr>
          <a:prstGeom prst="rect">
            <a:avLst/>
          </a:prstGeom>
        </p:spPr>
        <p:txBody>
          <a:bodyPr/>
          <a:lstStyle/>
          <a:p>
            <a:pPr/>
          </a:p>
        </p:txBody>
      </p:sp>
      <p:sp>
        <p:nvSpPr>
          <p:cNvPr id="383" name="Shape 383"/>
          <p:cNvSpPr/>
          <p:nvPr>
            <p:ph type="body" sz="quarter" idx="1"/>
          </p:nvPr>
        </p:nvSpPr>
        <p:spPr>
          <a:prstGeom prst="rect">
            <a:avLst/>
          </a:prstGeom>
        </p:spPr>
        <p:txBody>
          <a:bodyPr/>
          <a:lstStyle/>
          <a:p>
            <a:pPr>
              <a:lnSpc>
                <a:spcPct val="150000"/>
              </a:lnSpc>
              <a:defRPr sz="2400">
                <a:latin typeface="Avenir Heavy"/>
                <a:ea typeface="Avenir Heavy"/>
                <a:cs typeface="Avenir Heavy"/>
                <a:sym typeface="Avenir Heavy"/>
              </a:defRPr>
            </a:pPr>
            <a:r>
              <a:t>How to include images</a:t>
            </a:r>
          </a:p>
          <a:p>
            <a:pPr>
              <a:lnSpc>
                <a:spcPct val="150000"/>
              </a:lnSpc>
              <a:defRPr sz="2400">
                <a:latin typeface="Avenir Book"/>
                <a:ea typeface="Avenir Book"/>
                <a:cs typeface="Avenir Book"/>
                <a:sym typeface="Avenir Book"/>
              </a:defRPr>
            </a:pPr>
            <a:r>
              <a:t>Images are an important part of most web pages. To display an image, you use the img element shown in figure 3-10. This is an inline element that’s coded as an empty tag. In the example in this figure, this tag is coded before an h1 element. The h1 element is displayed below it, though, because it’s a block element that starts on a new line.</a:t>
            </a:r>
          </a:p>
          <a:p>
            <a:pPr>
              <a:lnSpc>
                <a:spcPct val="150000"/>
              </a:lnSpc>
              <a:defRPr sz="2400">
                <a:latin typeface="Avenir Book"/>
                <a:ea typeface="Avenir Book"/>
                <a:cs typeface="Avenir Book"/>
                <a:sym typeface="Avenir Book"/>
              </a:defRPr>
            </a:pPr>
          </a:p>
          <a:p>
            <a:pPr>
              <a:lnSpc>
                <a:spcPct val="150000"/>
              </a:lnSpc>
              <a:defRPr sz="2400">
                <a:latin typeface="Avenir Book"/>
                <a:ea typeface="Avenir Book"/>
                <a:cs typeface="Avenir Book"/>
                <a:sym typeface="Avenir Book"/>
              </a:defRPr>
            </a:pPr>
            <a:r>
              <a:t>The src (source) attribute of an img element specifies the URL of the image that you want to display, and it is required. </a:t>
            </a:r>
          </a:p>
          <a:p>
            <a:pPr>
              <a:lnSpc>
                <a:spcPct val="150000"/>
              </a:lnSpc>
              <a:defRPr sz="2400">
                <a:latin typeface="Avenir Book"/>
                <a:ea typeface="Avenir Book"/>
                <a:cs typeface="Avenir Book"/>
                <a:sym typeface="Avenir Book"/>
              </a:defRPr>
            </a:pPr>
          </a:p>
          <a:p>
            <a:pPr>
              <a:lnSpc>
                <a:spcPct val="150000"/>
              </a:lnSpc>
              <a:defRPr sz="2400">
                <a:latin typeface="Avenir Book"/>
                <a:ea typeface="Avenir Book"/>
                <a:cs typeface="Avenir Book"/>
                <a:sym typeface="Avenir Book"/>
              </a:defRPr>
            </a:pPr>
            <a:r>
              <a:t>For instance, the src attribute for the image in this example indicates that the image named murachlogo.gif can be found in the images subfolder of the current folder. The alt attribute should also be coded for img elements.</a:t>
            </a:r>
          </a:p>
          <a:p>
            <a:pPr>
              <a:lnSpc>
                <a:spcPct val="150000"/>
              </a:lnSpc>
              <a:defRPr sz="2400">
                <a:latin typeface="Avenir Book"/>
                <a:ea typeface="Avenir Book"/>
                <a:cs typeface="Avenir Book"/>
                <a:sym typeface="Avenir Book"/>
              </a:defRPr>
            </a:pPr>
          </a:p>
          <a:p>
            <a:pPr>
              <a:lnSpc>
                <a:spcPct val="150000"/>
              </a:lnSpc>
              <a:defRPr sz="2400">
                <a:latin typeface="Avenir Book"/>
                <a:ea typeface="Avenir Book"/>
                <a:cs typeface="Avenir Book"/>
                <a:sym typeface="Avenir Book"/>
              </a:defRPr>
            </a:pPr>
            <a:r>
              <a:t> You typically use this attribute to provide information about the image in case it can’t be displayed or the page is being accessed by a screen reader. This is essential for visually-impaired users.</a:t>
            </a:r>
          </a:p>
          <a:p>
            <a:pPr>
              <a:lnSpc>
                <a:spcPct val="150000"/>
              </a:lnSpc>
              <a:defRPr sz="2400">
                <a:latin typeface="Avenir Book"/>
                <a:ea typeface="Avenir Book"/>
                <a:cs typeface="Avenir Book"/>
                <a:sym typeface="Avenir Book"/>
              </a:defRPr>
            </a:pPr>
          </a:p>
          <a:p>
            <a:pPr>
              <a:lnSpc>
                <a:spcPct val="150000"/>
              </a:lnSpc>
              <a:defRPr sz="2400">
                <a:latin typeface="Avenir Book"/>
                <a:ea typeface="Avenir Book"/>
                <a:cs typeface="Avenir Book"/>
                <a:sym typeface="Avenir Book"/>
              </a:defRPr>
            </a:pPr>
          </a:p>
          <a:p>
            <a:pPr>
              <a:lnSpc>
                <a:spcPct val="150000"/>
              </a:lnSpc>
              <a:defRPr sz="2400">
                <a:latin typeface="Avenir Book"/>
                <a:ea typeface="Avenir Book"/>
                <a:cs typeface="Avenir Book"/>
                <a:sym typeface="Avenir Book"/>
              </a:defRPr>
            </a:pPr>
            <a:r>
              <a:t>In this example, the image is our company’s logo, so the value of the alt attribute is set to “Murach Logo”. If an image doesn’t provide any meaning, however, you should code the value of the alt attribute as an empty string (""). You should do that, for example, when an image is only used for decoration. You can use the height and width attributes of an img element to tell the browser what the size of an image is.</a:t>
            </a:r>
          </a:p>
          <a:p>
            <a:pPr>
              <a:lnSpc>
                <a:spcPct val="150000"/>
              </a:lnSpc>
              <a:defRPr sz="2400">
                <a:latin typeface="Avenir Book"/>
                <a:ea typeface="Avenir Book"/>
                <a:cs typeface="Avenir Book"/>
                <a:sym typeface="Avenir Book"/>
              </a:defRPr>
            </a:pPr>
          </a:p>
          <a:p>
            <a:pPr>
              <a:lnSpc>
                <a:spcPct val="150000"/>
              </a:lnSpc>
              <a:defRPr sz="2400">
                <a:latin typeface="Avenir Book"/>
                <a:ea typeface="Avenir Book"/>
                <a:cs typeface="Avenir Book"/>
                <a:sym typeface="Avenir Book"/>
              </a:defRPr>
            </a:pPr>
            <a:r>
              <a:t> That can help the browser lay out the page as the image is being loaded. Although you can also use the height and width attributes to render an image larger (known as “stretching”) or smaller than the original image, it’s better to use your image editor to make the image the right size. You’ll learn more about working with images in chapter 11.</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96" name="Shape 396"/>
          <p:cNvSpPr/>
          <p:nvPr>
            <p:ph type="sldImg"/>
          </p:nvPr>
        </p:nvSpPr>
        <p:spPr>
          <a:prstGeom prst="rect">
            <a:avLst/>
          </a:prstGeom>
        </p:spPr>
        <p:txBody>
          <a:bodyPr/>
          <a:lstStyle/>
          <a:p>
            <a:pPr/>
          </a:p>
        </p:txBody>
      </p:sp>
      <p:sp>
        <p:nvSpPr>
          <p:cNvPr id="397" name="Shape 397"/>
          <p:cNvSpPr/>
          <p:nvPr>
            <p:ph type="body" sz="quarter" idx="1"/>
          </p:nvPr>
        </p:nvSpPr>
        <p:spPr>
          <a:prstGeom prst="rect">
            <a:avLst/>
          </a:prstGeom>
        </p:spPr>
        <p:txBody>
          <a:bodyPr/>
          <a:lstStyle/>
          <a:p>
            <a:pPr>
              <a:lnSpc>
                <a:spcPct val="150000"/>
              </a:lnSpc>
              <a:defRPr sz="2400">
                <a:latin typeface="Avenir Heavy"/>
                <a:ea typeface="Avenir Heavy"/>
                <a:cs typeface="Avenir Heavy"/>
                <a:sym typeface="Avenir Heavy"/>
              </a:defRPr>
            </a:pPr>
            <a:r>
              <a:t>A structured web page</a:t>
            </a:r>
          </a:p>
          <a:p>
            <a:pPr>
              <a:lnSpc>
                <a:spcPct val="150000"/>
              </a:lnSpc>
              <a:defRPr sz="2400">
                <a:latin typeface="Avenir Book"/>
                <a:ea typeface="Avenir Book"/>
                <a:cs typeface="Avenir Book"/>
                <a:sym typeface="Avenir Book"/>
              </a:defRPr>
            </a:pPr>
            <a:r>
              <a:t>Now that you’ve seen the HTML elements for structuring a web page, figure 3-11 presents a simple web page that uses these elements.</a:t>
            </a:r>
          </a:p>
          <a:p>
            <a:pPr>
              <a:lnSpc>
                <a:spcPct val="150000"/>
              </a:lnSpc>
              <a:defRPr sz="2400">
                <a:latin typeface="Avenir Heavy"/>
                <a:ea typeface="Avenir Heavy"/>
                <a:cs typeface="Avenir Heavy"/>
                <a:sym typeface="Avenir Heavy"/>
              </a:defRPr>
            </a:pPr>
            <a:r>
              <a:t>The page layout</a:t>
            </a:r>
          </a:p>
          <a:p>
            <a:pPr>
              <a:lnSpc>
                <a:spcPct val="150000"/>
              </a:lnSpc>
              <a:defRPr sz="2400">
                <a:latin typeface="Avenir Book"/>
                <a:ea typeface="Avenir Book"/>
                <a:cs typeface="Avenir Book"/>
                <a:sym typeface="Avenir Book"/>
              </a:defRPr>
            </a:pPr>
            <a:r>
              <a:t>The purpose of the web page in this figure is to provide information about a series of lectures being presented by a non-profit organization. It shows the default formatting for the HTML that’s used for this page. In the next chapter, though, you’ll learn how to use CSS to improve the formatting of this page.</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04" name="Shape 404"/>
          <p:cNvSpPr/>
          <p:nvPr>
            <p:ph type="sldImg"/>
          </p:nvPr>
        </p:nvSpPr>
        <p:spPr>
          <a:prstGeom prst="rect">
            <a:avLst/>
          </a:prstGeom>
        </p:spPr>
        <p:txBody>
          <a:bodyPr/>
          <a:lstStyle/>
          <a:p>
            <a:pPr/>
          </a:p>
        </p:txBody>
      </p:sp>
      <p:sp>
        <p:nvSpPr>
          <p:cNvPr id="405" name="Shape 405"/>
          <p:cNvSpPr/>
          <p:nvPr>
            <p:ph type="body" sz="quarter" idx="1"/>
          </p:nvPr>
        </p:nvSpPr>
        <p:spPr>
          <a:prstGeom prst="rect">
            <a:avLst/>
          </a:prstGeom>
        </p:spPr>
        <p:txBody>
          <a:bodyPr/>
          <a:lstStyle/>
          <a:p>
            <a:pPr>
              <a:lnSpc>
                <a:spcPct val="150000"/>
              </a:lnSpc>
              <a:defRPr sz="2400">
                <a:latin typeface="Avenir Heavy"/>
                <a:ea typeface="Avenir Heavy"/>
                <a:cs typeface="Avenir Heavy"/>
                <a:sym typeface="Avenir Heavy"/>
              </a:defRPr>
            </a:pPr>
            <a:r>
              <a:t>The HTML file</a:t>
            </a:r>
          </a:p>
          <a:p>
            <a:pPr>
              <a:lnSpc>
                <a:spcPct val="150000"/>
              </a:lnSpc>
              <a:defRPr sz="2400">
                <a:latin typeface="Avenir Book"/>
                <a:ea typeface="Avenir Book"/>
                <a:cs typeface="Avenir Book"/>
                <a:sym typeface="Avenir Book"/>
              </a:defRPr>
            </a:pPr>
            <a:r>
              <a:t>The HTML for this web page starts with the DOCTYPE declaration, the html element, and head element. They illustrate the way these items should be coded for every web page that you create.</a:t>
            </a:r>
          </a:p>
          <a:p>
            <a:pPr>
              <a:lnSpc>
                <a:spcPct val="150000"/>
              </a:lnSpc>
              <a:defRPr sz="2400">
                <a:latin typeface="Avenir Book"/>
                <a:ea typeface="Avenir Book"/>
                <a:cs typeface="Avenir Book"/>
                <a:sym typeface="Avenir Book"/>
              </a:defRPr>
            </a:pPr>
          </a:p>
          <a:p>
            <a:pPr>
              <a:lnSpc>
                <a:spcPct val="150000"/>
              </a:lnSpc>
              <a:defRPr sz="2400">
                <a:latin typeface="Avenir Book"/>
                <a:ea typeface="Avenir Book"/>
                <a:cs typeface="Avenir Book"/>
                <a:sym typeface="Avenir Book"/>
              </a:defRPr>
            </a:pPr>
          </a:p>
          <a:p>
            <a:pPr>
              <a:lnSpc>
                <a:spcPct val="150000"/>
              </a:lnSpc>
              <a:defRPr sz="2400">
                <a:latin typeface="Avenir Book"/>
                <a:ea typeface="Avenir Book"/>
                <a:cs typeface="Avenir Book"/>
                <a:sym typeface="Avenir Book"/>
              </a:defRPr>
            </a:pPr>
            <a:r>
              <a:t>In the html element, you can see the use of the lang attribute. In the head element, you can see the coding for the charset meta element, the title element, and a favicon. </a:t>
            </a:r>
          </a:p>
          <a:p>
            <a:pPr>
              <a:lnSpc>
                <a:spcPct val="150000"/>
              </a:lnSpc>
              <a:defRPr sz="2400">
                <a:latin typeface="Avenir Book"/>
                <a:ea typeface="Avenir Book"/>
                <a:cs typeface="Avenir Book"/>
                <a:sym typeface="Avenir Book"/>
              </a:defRPr>
            </a:pPr>
          </a:p>
          <a:p>
            <a:pPr>
              <a:lnSpc>
                <a:spcPct val="150000"/>
              </a:lnSpc>
              <a:defRPr sz="2400">
                <a:latin typeface="Avenir Book"/>
                <a:ea typeface="Avenir Book"/>
                <a:cs typeface="Avenir Book"/>
                <a:sym typeface="Avenir Book"/>
              </a:defRPr>
            </a:pPr>
            <a:r>
              <a:t>Although it isn’t’ shown here, you should also include a meta element for the description in most web pages.</a:t>
            </a:r>
          </a:p>
          <a:p>
            <a:pPr>
              <a:lnSpc>
                <a:spcPct val="150000"/>
              </a:lnSpc>
              <a:defRPr sz="2400">
                <a:latin typeface="Avenir Book"/>
                <a:ea typeface="Avenir Book"/>
                <a:cs typeface="Avenir Book"/>
                <a:sym typeface="Avenir Book"/>
              </a:defRPr>
            </a:pPr>
            <a:r>
              <a:t>In the body element, you can see the use of the structural elements. Here, the header element contains one h2 element.</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12" name="Shape 412"/>
          <p:cNvSpPr/>
          <p:nvPr>
            <p:ph type="sldImg"/>
          </p:nvPr>
        </p:nvSpPr>
        <p:spPr>
          <a:prstGeom prst="rect">
            <a:avLst/>
          </a:prstGeom>
        </p:spPr>
        <p:txBody>
          <a:bodyPr/>
          <a:lstStyle/>
          <a:p>
            <a:pPr/>
          </a:p>
        </p:txBody>
      </p:sp>
      <p:sp>
        <p:nvSpPr>
          <p:cNvPr id="413" name="Shape 413"/>
          <p:cNvSpPr/>
          <p:nvPr>
            <p:ph type="body" sz="quarter" idx="1"/>
          </p:nvPr>
        </p:nvSpPr>
        <p:spPr>
          <a:prstGeom prst="rect">
            <a:avLst/>
          </a:prstGeom>
        </p:spPr>
        <p:txBody>
          <a:bodyPr/>
          <a:lstStyle/>
          <a:p>
            <a:pPr>
              <a:lnSpc>
                <a:spcPct val="150000"/>
              </a:lnSpc>
              <a:defRPr sz="2400">
                <a:latin typeface="Avenir Book"/>
                <a:ea typeface="Avenir Book"/>
                <a:cs typeface="Avenir Book"/>
                <a:sym typeface="Avenir Book"/>
              </a:defRPr>
            </a:pPr>
            <a:r>
              <a:t>The main element contains one h1 element, a nav element, and a &lt;p&gt; element. And the footer element contains one &lt;p&gt; element. Within the nav element is an unordered list that contains five li elements (although the HTML is shown for only two of them). </a:t>
            </a:r>
          </a:p>
          <a:p>
            <a:pPr>
              <a:lnSpc>
                <a:spcPct val="150000"/>
              </a:lnSpc>
              <a:defRPr sz="2400">
                <a:latin typeface="Avenir Book"/>
                <a:ea typeface="Avenir Book"/>
                <a:cs typeface="Avenir Book"/>
                <a:sym typeface="Avenir Book"/>
              </a:defRPr>
            </a:pPr>
          </a:p>
          <a:p>
            <a:pPr>
              <a:lnSpc>
                <a:spcPct val="150000"/>
              </a:lnSpc>
              <a:defRPr sz="2400">
                <a:latin typeface="Avenir Book"/>
                <a:ea typeface="Avenir Book"/>
                <a:cs typeface="Avenir Book"/>
                <a:sym typeface="Avenir Book"/>
              </a:defRPr>
            </a:pPr>
            <a:r>
              <a:t>Then, each li element contains an &lt;a&gt; element. This is a best practice because a nav element should contain a series of links. It is also a best practice to code the &lt;a&gt; elements within an unordered list.</a:t>
            </a:r>
          </a:p>
          <a:p>
            <a:pPr>
              <a:lnSpc>
                <a:spcPct val="150000"/>
              </a:lnSpc>
              <a:defRPr sz="2400">
                <a:latin typeface="Avenir Book"/>
                <a:ea typeface="Avenir Book"/>
                <a:cs typeface="Avenir Book"/>
                <a:sym typeface="Avenir Book"/>
              </a:defRPr>
            </a:pPr>
          </a:p>
          <a:p>
            <a:pPr>
              <a:lnSpc>
                <a:spcPct val="150000"/>
              </a:lnSpc>
              <a:defRPr sz="2400">
                <a:latin typeface="Avenir Book"/>
                <a:ea typeface="Avenir Book"/>
                <a:cs typeface="Avenir Book"/>
                <a:sym typeface="Avenir Book"/>
              </a:defRPr>
            </a:pPr>
            <a:r>
              <a:t> You can also see the use of an &lt;em&gt; element that italicizes the first four words in the &lt;p&gt; element within the main element and a character entity that inserts the copyright symbol into the &lt;p&gt; element within the footer. But what’s most important in this example is the use of the HTML structural elements and HTML semantics. That’s good for the developer as well as for search engine optimization.</a:t>
            </a:r>
          </a:p>
        </p:txBody>
      </p:sp>
    </p:spTree>
  </p:cSld>
  <p:clrMapOvr>
    <a:masterClrMapping/>
  </p:clrMapOvr>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hapter_number_layout">
    <p:spTree>
      <p:nvGrpSpPr>
        <p:cNvPr id="1" name=""/>
        <p:cNvGrpSpPr/>
        <p:nvPr/>
      </p:nvGrpSpPr>
      <p:grpSpPr>
        <a:xfrm>
          <a:off x="0" y="0"/>
          <a:ext cx="0" cy="0"/>
          <a:chOff x="0" y="0"/>
          <a:chExt cx="0" cy="0"/>
        </a:xfrm>
      </p:grpSpPr>
      <p:sp>
        <p:nvSpPr>
          <p:cNvPr id="13" name="Chapter number"/>
          <p:cNvSpPr txBox="1"/>
          <p:nvPr>
            <p:ph type="title" hasCustomPrompt="1"/>
          </p:nvPr>
        </p:nvSpPr>
        <p:spPr>
          <a:xfrm>
            <a:off x="685800" y="1143000"/>
            <a:ext cx="7772400" cy="553999"/>
          </a:xfrm>
          <a:prstGeom prst="rect">
            <a:avLst/>
          </a:prstGeom>
        </p:spPr>
        <p:txBody>
          <a:bodyPr anchor="t"/>
          <a:lstStyle>
            <a:lvl1pPr algn="ctr">
              <a:defRPr sz="3600"/>
            </a:lvl1pPr>
          </a:lstStyle>
          <a:p>
            <a:pPr/>
            <a:r>
              <a:t>Chapter number</a:t>
            </a:r>
          </a:p>
        </p:txBody>
      </p:sp>
      <p:sp>
        <p:nvSpPr>
          <p:cNvPr id="14" name="Body Level One…"/>
          <p:cNvSpPr txBox="1"/>
          <p:nvPr>
            <p:ph type="body" sz="half" idx="1" hasCustomPrompt="1"/>
          </p:nvPr>
        </p:nvSpPr>
        <p:spPr>
          <a:xfrm>
            <a:off x="1905000" y="2209800"/>
            <a:ext cx="5334000" cy="2971800"/>
          </a:xfrm>
          <a:prstGeom prst="rect">
            <a:avLst/>
          </a:prstGeom>
        </p:spPr>
        <p:txBody>
          <a:bodyPr/>
          <a:lstStyle>
            <a:lvl1pPr algn="ctr">
              <a:spcBef>
                <a:spcPts val="1100"/>
              </a:spcBef>
              <a:defRPr b="1" sz="4800"/>
            </a:lvl1pPr>
            <a:lvl2pPr marL="947057" indent="-489857" algn="ctr">
              <a:spcBef>
                <a:spcPts val="1100"/>
              </a:spcBef>
              <a:buSzPct val="100000"/>
              <a:buChar char="–"/>
              <a:defRPr b="1" sz="4800"/>
            </a:lvl2pPr>
            <a:lvl3pPr marL="1371600" indent="-457200" algn="ctr">
              <a:spcBef>
                <a:spcPts val="1100"/>
              </a:spcBef>
              <a:buSzPct val="100000"/>
              <a:buChar char="•"/>
              <a:defRPr b="1" sz="4800"/>
            </a:lvl3pPr>
            <a:lvl4pPr marL="1920239" indent="-548639" algn="ctr">
              <a:spcBef>
                <a:spcPts val="1100"/>
              </a:spcBef>
              <a:buSzPct val="100000"/>
              <a:buChar char="–"/>
              <a:defRPr b="1" sz="4800"/>
            </a:lvl4pPr>
            <a:lvl5pPr marL="2377439" indent="-548639" algn="ctr">
              <a:spcBef>
                <a:spcPts val="1100"/>
              </a:spcBef>
              <a:buSzPct val="100000"/>
              <a:buChar char="»"/>
              <a:defRPr b="1" sz="4800"/>
            </a:lvl5pPr>
          </a:lstStyle>
          <a:p>
            <a:pPr/>
            <a:r>
              <a:t>Chapter title</a:t>
            </a:r>
          </a:p>
          <a:p>
            <a:pPr lvl="1"/>
            <a:r>
              <a:t/>
            </a:r>
          </a:p>
          <a:p>
            <a:pPr lvl="2"/>
            <a:r>
              <a:t/>
            </a:r>
          </a:p>
          <a:p>
            <a:pPr lvl="3"/>
            <a:r>
              <a:t/>
            </a:r>
          </a:p>
          <a:p>
            <a:pPr lvl="4"/>
            <a:r>
              <a:t/>
            </a:r>
          </a:p>
        </p:txBody>
      </p:sp>
      <p:sp>
        <p:nvSpPr>
          <p:cNvPr id="1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ext_layout">
    <p:spTree>
      <p:nvGrpSpPr>
        <p:cNvPr id="1" name=""/>
        <p:cNvGrpSpPr/>
        <p:nvPr/>
      </p:nvGrpSpPr>
      <p:grpSpPr>
        <a:xfrm>
          <a:off x="0" y="0"/>
          <a:ext cx="0" cy="0"/>
          <a:chOff x="0" y="0"/>
          <a:chExt cx="0" cy="0"/>
        </a:xfrm>
      </p:grpSpPr>
      <p:sp>
        <p:nvSpPr>
          <p:cNvPr id="22" name="Title Text"/>
          <p:cNvSpPr txBox="1"/>
          <p:nvPr>
            <p:ph type="title"/>
          </p:nvPr>
        </p:nvSpPr>
        <p:spPr>
          <a:prstGeom prst="rect">
            <a:avLst/>
          </a:prstGeom>
        </p:spPr>
        <p:txBody>
          <a:bodyPr/>
          <a:lstStyle/>
          <a:p>
            <a:pPr/>
            <a:r>
              <a:t>Title Text</a:t>
            </a:r>
          </a:p>
        </p:txBody>
      </p:sp>
      <p:sp>
        <p:nvSpPr>
          <p:cNvPr id="23" name="Body Level One…"/>
          <p:cNvSpPr txBox="1"/>
          <p:nvPr>
            <p:ph type="body" idx="1"/>
          </p:nvPr>
        </p:nvSpPr>
        <p:spPr>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2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ext_layout_2-line_title">
    <p:spTree>
      <p:nvGrpSpPr>
        <p:cNvPr id="1" name=""/>
        <p:cNvGrpSpPr/>
        <p:nvPr/>
      </p:nvGrpSpPr>
      <p:grpSpPr>
        <a:xfrm>
          <a:off x="0" y="0"/>
          <a:ext cx="0" cy="0"/>
          <a:chOff x="0" y="0"/>
          <a:chExt cx="0" cy="0"/>
        </a:xfrm>
      </p:grpSpPr>
      <p:sp>
        <p:nvSpPr>
          <p:cNvPr id="31" name="Title Text"/>
          <p:cNvSpPr txBox="1"/>
          <p:nvPr>
            <p:ph type="title"/>
          </p:nvPr>
        </p:nvSpPr>
        <p:spPr>
          <a:xfrm>
            <a:off x="914400" y="624988"/>
            <a:ext cx="7315200" cy="740665"/>
          </a:xfrm>
          <a:prstGeom prst="rect">
            <a:avLst/>
          </a:prstGeom>
        </p:spPr>
        <p:txBody>
          <a:bodyPr/>
          <a:lstStyle/>
          <a:p>
            <a:pPr/>
            <a:r>
              <a:t>Title Text</a:t>
            </a:r>
          </a:p>
        </p:txBody>
      </p:sp>
      <p:sp>
        <p:nvSpPr>
          <p:cNvPr id="32" name="Body Level One…"/>
          <p:cNvSpPr txBox="1"/>
          <p:nvPr>
            <p:ph type="body" idx="1"/>
          </p:nvPr>
        </p:nvSpPr>
        <p:spPr>
          <a:xfrm>
            <a:off x="838200" y="1463039"/>
            <a:ext cx="7391400" cy="4495801"/>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3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Image_layout">
    <p:spTree>
      <p:nvGrpSpPr>
        <p:cNvPr id="1" name=""/>
        <p:cNvGrpSpPr/>
        <p:nvPr/>
      </p:nvGrpSpPr>
      <p:grpSpPr>
        <a:xfrm>
          <a:off x="0" y="0"/>
          <a:ext cx="0" cy="0"/>
          <a:chOff x="0" y="0"/>
          <a:chExt cx="0" cy="0"/>
        </a:xfrm>
      </p:grpSpPr>
      <p:sp>
        <p:nvSpPr>
          <p:cNvPr id="40" name="Title Text"/>
          <p:cNvSpPr txBox="1"/>
          <p:nvPr>
            <p:ph type="title"/>
          </p:nvPr>
        </p:nvSpPr>
        <p:spPr>
          <a:prstGeom prst="rect">
            <a:avLst/>
          </a:prstGeom>
        </p:spPr>
        <p:txBody>
          <a:bodyPr/>
          <a:lstStyle/>
          <a:p>
            <a:pPr/>
            <a:r>
              <a:t>Title Text</a:t>
            </a:r>
          </a:p>
        </p:txBody>
      </p:sp>
      <p:sp>
        <p:nvSpPr>
          <p:cNvPr id="41" name="Body Level One…"/>
          <p:cNvSpPr txBox="1"/>
          <p:nvPr>
            <p:ph type="body" idx="1" hasCustomPrompt="1"/>
          </p:nvPr>
        </p:nvSpPr>
        <p:spPr>
          <a:xfrm>
            <a:off x="914400" y="1143000"/>
            <a:ext cx="7315200" cy="4800600"/>
          </a:xfrm>
          <a:prstGeom prst="rect">
            <a:avLst/>
          </a:prstGeom>
        </p:spPr>
        <p:txBody>
          <a:bodyPr/>
          <a:lstStyle>
            <a:lvl1pPr>
              <a:spcBef>
                <a:spcPts val="700"/>
              </a:spcBef>
              <a:defRPr sz="3200"/>
            </a:lvl1pPr>
            <a:lvl2pPr marL="783771" indent="-326571">
              <a:spcBef>
                <a:spcPts val="700"/>
              </a:spcBef>
              <a:buSzPct val="100000"/>
              <a:buChar char="–"/>
              <a:defRPr sz="3200"/>
            </a:lvl2pPr>
            <a:lvl3pPr marL="1219200" indent="-304800">
              <a:spcBef>
                <a:spcPts val="700"/>
              </a:spcBef>
              <a:buSzPct val="100000"/>
              <a:buChar char="•"/>
              <a:defRPr sz="3200"/>
            </a:lvl3pPr>
            <a:lvl4pPr marL="1737360" indent="-365760">
              <a:spcBef>
                <a:spcPts val="700"/>
              </a:spcBef>
              <a:buSzPct val="100000"/>
              <a:buChar char="–"/>
              <a:defRPr sz="3200"/>
            </a:lvl4pPr>
            <a:lvl5pPr marL="2194560" indent="-365760">
              <a:spcBef>
                <a:spcPts val="700"/>
              </a:spcBef>
              <a:buSzPct val="100000"/>
              <a:buChar char="»"/>
              <a:defRPr sz="3200"/>
            </a:lvl5pPr>
          </a:lstStyle>
          <a:p>
            <a:pPr/>
            <a:r>
              <a:t>Click to insert image</a:t>
            </a:r>
          </a:p>
          <a:p>
            <a:pPr lvl="1"/>
            <a:r>
              <a:t/>
            </a:r>
          </a:p>
          <a:p>
            <a:pPr lvl="2"/>
            <a:r>
              <a:t/>
            </a:r>
          </a:p>
          <a:p>
            <a:pPr lvl="3"/>
            <a:r>
              <a:t/>
            </a:r>
          </a:p>
          <a:p>
            <a:pPr lvl="4"/>
            <a:r>
              <a:t/>
            </a:r>
          </a:p>
        </p:txBody>
      </p:sp>
      <p:sp>
        <p:nvSpPr>
          <p:cNvPr id="4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able_layout">
    <p:spTree>
      <p:nvGrpSpPr>
        <p:cNvPr id="1" name=""/>
        <p:cNvGrpSpPr/>
        <p:nvPr/>
      </p:nvGrpSpPr>
      <p:grpSpPr>
        <a:xfrm>
          <a:off x="0" y="0"/>
          <a:ext cx="0" cy="0"/>
          <a:chOff x="0" y="0"/>
          <a:chExt cx="0" cy="0"/>
        </a:xfrm>
      </p:grpSpPr>
      <p:sp>
        <p:nvSpPr>
          <p:cNvPr id="49" name="Rectangle 1"/>
          <p:cNvSpPr/>
          <p:nvPr/>
        </p:nvSpPr>
        <p:spPr>
          <a:xfrm>
            <a:off x="0" y="6172200"/>
            <a:ext cx="9144000" cy="685800"/>
          </a:xfrm>
          <a:prstGeom prst="rect">
            <a:avLst/>
          </a:prstGeom>
          <a:solidFill>
            <a:srgbClr val="20396D"/>
          </a:solidFill>
          <a:ln w="12700">
            <a:miter lim="400000"/>
          </a:ln>
        </p:spPr>
        <p:txBody>
          <a:bodyPr lIns="45719" rIns="45719"/>
          <a:lstStyle/>
          <a:p>
            <a:pPr>
              <a:defRPr>
                <a:latin typeface="+mn-lt"/>
                <a:ea typeface="+mn-ea"/>
                <a:cs typeface="+mn-cs"/>
                <a:sym typeface="Times New Roman"/>
              </a:defRPr>
            </a:pPr>
          </a:p>
        </p:txBody>
      </p:sp>
      <p:pic>
        <p:nvPicPr>
          <p:cNvPr id="50" name="Picture 2" descr="Picture 2"/>
          <p:cNvPicPr>
            <a:picLocks noChangeAspect="1"/>
          </p:cNvPicPr>
          <p:nvPr/>
        </p:nvPicPr>
        <p:blipFill>
          <a:blip r:embed="rId2">
            <a:extLst/>
          </a:blip>
          <a:stretch>
            <a:fillRect/>
          </a:stretch>
        </p:blipFill>
        <p:spPr>
          <a:xfrm>
            <a:off x="676830" y="6397411"/>
            <a:ext cx="1228170" cy="231989"/>
          </a:xfrm>
          <a:prstGeom prst="rect">
            <a:avLst/>
          </a:prstGeom>
          <a:ln w="12700">
            <a:miter lim="400000"/>
          </a:ln>
        </p:spPr>
      </p:pic>
      <p:sp>
        <p:nvSpPr>
          <p:cNvPr id="51" name="Title Text"/>
          <p:cNvSpPr txBox="1"/>
          <p:nvPr>
            <p:ph type="title"/>
          </p:nvPr>
        </p:nvSpPr>
        <p:spPr>
          <a:prstGeom prst="rect">
            <a:avLst/>
          </a:prstGeom>
        </p:spPr>
        <p:txBody>
          <a:bodyPr/>
          <a:lstStyle/>
          <a:p>
            <a:pPr/>
            <a:r>
              <a:t>Title Text</a:t>
            </a:r>
          </a:p>
        </p:txBody>
      </p:sp>
      <p:sp>
        <p:nvSpPr>
          <p:cNvPr id="5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ext_Console_layout">
    <p:spTree>
      <p:nvGrpSpPr>
        <p:cNvPr id="1" name=""/>
        <p:cNvGrpSpPr/>
        <p:nvPr/>
      </p:nvGrpSpPr>
      <p:grpSpPr>
        <a:xfrm>
          <a:off x="0" y="0"/>
          <a:ext cx="0" cy="0"/>
          <a:chOff x="0" y="0"/>
          <a:chExt cx="0" cy="0"/>
        </a:xfrm>
      </p:grpSpPr>
      <p:sp>
        <p:nvSpPr>
          <p:cNvPr id="59" name="Rectangle 1"/>
          <p:cNvSpPr/>
          <p:nvPr/>
        </p:nvSpPr>
        <p:spPr>
          <a:xfrm>
            <a:off x="0" y="6172200"/>
            <a:ext cx="9144000" cy="685800"/>
          </a:xfrm>
          <a:prstGeom prst="rect">
            <a:avLst/>
          </a:prstGeom>
          <a:solidFill>
            <a:srgbClr val="20396D"/>
          </a:solidFill>
          <a:ln w="12700">
            <a:miter lim="400000"/>
          </a:ln>
        </p:spPr>
        <p:txBody>
          <a:bodyPr lIns="45719" rIns="45719"/>
          <a:lstStyle/>
          <a:p>
            <a:pPr>
              <a:defRPr>
                <a:latin typeface="+mn-lt"/>
                <a:ea typeface="+mn-ea"/>
                <a:cs typeface="+mn-cs"/>
                <a:sym typeface="Times New Roman"/>
              </a:defRPr>
            </a:pPr>
          </a:p>
        </p:txBody>
      </p:sp>
      <p:pic>
        <p:nvPicPr>
          <p:cNvPr id="60" name="Picture 2" descr="Picture 2"/>
          <p:cNvPicPr>
            <a:picLocks noChangeAspect="1"/>
          </p:cNvPicPr>
          <p:nvPr/>
        </p:nvPicPr>
        <p:blipFill>
          <a:blip r:embed="rId2">
            <a:extLst/>
          </a:blip>
          <a:stretch>
            <a:fillRect/>
          </a:stretch>
        </p:blipFill>
        <p:spPr>
          <a:xfrm>
            <a:off x="676830" y="6397411"/>
            <a:ext cx="1228170" cy="231989"/>
          </a:xfrm>
          <a:prstGeom prst="rect">
            <a:avLst/>
          </a:prstGeom>
          <a:ln w="12700">
            <a:miter lim="400000"/>
          </a:ln>
        </p:spPr>
      </p:pic>
      <p:sp>
        <p:nvSpPr>
          <p:cNvPr id="61" name="Title Text"/>
          <p:cNvSpPr txBox="1"/>
          <p:nvPr>
            <p:ph type="title"/>
          </p:nvPr>
        </p:nvSpPr>
        <p:spPr>
          <a:prstGeom prst="rect">
            <a:avLst/>
          </a:prstGeom>
        </p:spPr>
        <p:txBody>
          <a:bodyPr/>
          <a:lstStyle/>
          <a:p>
            <a:pPr/>
            <a:r>
              <a:t>Title Text</a:t>
            </a:r>
          </a:p>
        </p:txBody>
      </p:sp>
      <p:sp>
        <p:nvSpPr>
          <p:cNvPr id="62" name="Body Level One…"/>
          <p:cNvSpPr txBox="1"/>
          <p:nvPr>
            <p:ph type="body" sz="half" idx="1"/>
          </p:nvPr>
        </p:nvSpPr>
        <p:spPr>
          <a:xfrm>
            <a:off x="838200" y="1066800"/>
            <a:ext cx="7391400" cy="2743200"/>
          </a:xfrm>
          <a:prstGeom prst="rect">
            <a:avLst/>
          </a:prstGeom>
          <a:solidFill>
            <a:schemeClr val="accent3">
              <a:lumOff val="44000"/>
            </a:schemeClr>
          </a:solidFill>
        </p:spPr>
        <p:txBody>
          <a:bodyPr/>
          <a:lstStyle/>
          <a:p>
            <a:pPr/>
            <a:r>
              <a:t>Body Level One</a:t>
            </a:r>
          </a:p>
          <a:p>
            <a:pPr lvl="1"/>
            <a:r>
              <a:t>Body Level Two</a:t>
            </a:r>
          </a:p>
          <a:p>
            <a:pPr lvl="2"/>
            <a:r>
              <a:t>Body Level Three</a:t>
            </a:r>
          </a:p>
          <a:p>
            <a:pPr lvl="3"/>
            <a:r>
              <a:t>Body Level Four</a:t>
            </a:r>
          </a:p>
          <a:p>
            <a:pPr lvl="4"/>
            <a:r>
              <a:t>Body Level Five</a:t>
            </a:r>
          </a:p>
        </p:txBody>
      </p:sp>
      <p:sp>
        <p:nvSpPr>
          <p:cNvPr id="63" name="Text Placeholder 14"/>
          <p:cNvSpPr/>
          <p:nvPr>
            <p:ph type="body" sz="half" idx="21"/>
          </p:nvPr>
        </p:nvSpPr>
        <p:spPr>
          <a:xfrm>
            <a:off x="1295400" y="3892100"/>
            <a:ext cx="6934200" cy="2049957"/>
          </a:xfrm>
          <a:prstGeom prst="rect">
            <a:avLst/>
          </a:prstGeom>
          <a:solidFill>
            <a:srgbClr val="F2F2F2"/>
          </a:solidFill>
          <a:ln w="31750">
            <a:solidFill>
              <a:srgbClr val="000000"/>
            </a:solidFill>
            <a:round/>
          </a:ln>
        </p:spPr>
        <p:txBody>
          <a:bodyPr/>
          <a:lstStyle/>
          <a:p>
            <a:pPr/>
          </a:p>
        </p:txBody>
      </p:sp>
      <p:sp>
        <p:nvSpPr>
          <p:cNvPr id="6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ext_Console_Text_Console_layout">
    <p:spTree>
      <p:nvGrpSpPr>
        <p:cNvPr id="1" name=""/>
        <p:cNvGrpSpPr/>
        <p:nvPr/>
      </p:nvGrpSpPr>
      <p:grpSpPr>
        <a:xfrm>
          <a:off x="0" y="0"/>
          <a:ext cx="0" cy="0"/>
          <a:chOff x="0" y="0"/>
          <a:chExt cx="0" cy="0"/>
        </a:xfrm>
      </p:grpSpPr>
      <p:sp>
        <p:nvSpPr>
          <p:cNvPr id="71" name="Rectangle 1"/>
          <p:cNvSpPr/>
          <p:nvPr/>
        </p:nvSpPr>
        <p:spPr>
          <a:xfrm>
            <a:off x="0" y="6172200"/>
            <a:ext cx="9144000" cy="685800"/>
          </a:xfrm>
          <a:prstGeom prst="rect">
            <a:avLst/>
          </a:prstGeom>
          <a:solidFill>
            <a:srgbClr val="20396D"/>
          </a:solidFill>
          <a:ln w="12700">
            <a:miter lim="400000"/>
          </a:ln>
        </p:spPr>
        <p:txBody>
          <a:bodyPr lIns="45719" rIns="45719"/>
          <a:lstStyle/>
          <a:p>
            <a:pPr>
              <a:defRPr>
                <a:latin typeface="+mn-lt"/>
                <a:ea typeface="+mn-ea"/>
                <a:cs typeface="+mn-cs"/>
                <a:sym typeface="Times New Roman"/>
              </a:defRPr>
            </a:pPr>
          </a:p>
        </p:txBody>
      </p:sp>
      <p:pic>
        <p:nvPicPr>
          <p:cNvPr id="72" name="Picture 2" descr="Picture 2"/>
          <p:cNvPicPr>
            <a:picLocks noChangeAspect="1"/>
          </p:cNvPicPr>
          <p:nvPr/>
        </p:nvPicPr>
        <p:blipFill>
          <a:blip r:embed="rId2">
            <a:extLst/>
          </a:blip>
          <a:stretch>
            <a:fillRect/>
          </a:stretch>
        </p:blipFill>
        <p:spPr>
          <a:xfrm>
            <a:off x="676830" y="6397411"/>
            <a:ext cx="1228170" cy="231989"/>
          </a:xfrm>
          <a:prstGeom prst="rect">
            <a:avLst/>
          </a:prstGeom>
          <a:ln w="12700">
            <a:miter lim="400000"/>
          </a:ln>
        </p:spPr>
      </p:pic>
      <p:sp>
        <p:nvSpPr>
          <p:cNvPr id="73" name="Title Text"/>
          <p:cNvSpPr txBox="1"/>
          <p:nvPr>
            <p:ph type="title"/>
          </p:nvPr>
        </p:nvSpPr>
        <p:spPr>
          <a:prstGeom prst="rect">
            <a:avLst/>
          </a:prstGeom>
        </p:spPr>
        <p:txBody>
          <a:bodyPr/>
          <a:lstStyle/>
          <a:p>
            <a:pPr/>
            <a:r>
              <a:t>Title Text</a:t>
            </a:r>
          </a:p>
        </p:txBody>
      </p:sp>
      <p:sp>
        <p:nvSpPr>
          <p:cNvPr id="74" name="Body Level One…"/>
          <p:cNvSpPr txBox="1"/>
          <p:nvPr>
            <p:ph type="body" sz="quarter" idx="1"/>
          </p:nvPr>
        </p:nvSpPr>
        <p:spPr>
          <a:xfrm>
            <a:off x="838200" y="1066800"/>
            <a:ext cx="7391400" cy="990600"/>
          </a:xfrm>
          <a:prstGeom prst="rect">
            <a:avLst/>
          </a:prstGeom>
          <a:solidFill>
            <a:schemeClr val="accent3">
              <a:lumOff val="44000"/>
            </a:schemeClr>
          </a:solidFill>
        </p:spPr>
        <p:txBody>
          <a:bodyPr/>
          <a:lstStyle/>
          <a:p>
            <a:pPr/>
            <a:r>
              <a:t>Body Level One</a:t>
            </a:r>
          </a:p>
          <a:p>
            <a:pPr lvl="1"/>
            <a:r>
              <a:t>Body Level Two</a:t>
            </a:r>
          </a:p>
          <a:p>
            <a:pPr lvl="2"/>
            <a:r>
              <a:t>Body Level Three</a:t>
            </a:r>
          </a:p>
          <a:p>
            <a:pPr lvl="3"/>
            <a:r>
              <a:t>Body Level Four</a:t>
            </a:r>
          </a:p>
          <a:p>
            <a:pPr lvl="4"/>
            <a:r>
              <a:t>Body Level Five</a:t>
            </a:r>
          </a:p>
        </p:txBody>
      </p:sp>
      <p:sp>
        <p:nvSpPr>
          <p:cNvPr id="75" name="Text Placeholder 14"/>
          <p:cNvSpPr/>
          <p:nvPr>
            <p:ph type="body" sz="quarter" idx="21"/>
          </p:nvPr>
        </p:nvSpPr>
        <p:spPr>
          <a:xfrm>
            <a:off x="1295400" y="2150898"/>
            <a:ext cx="6934200" cy="815636"/>
          </a:xfrm>
          <a:prstGeom prst="rect">
            <a:avLst/>
          </a:prstGeom>
          <a:solidFill>
            <a:srgbClr val="F2F2F2"/>
          </a:solidFill>
          <a:ln w="31750">
            <a:solidFill>
              <a:srgbClr val="000000"/>
            </a:solidFill>
            <a:round/>
          </a:ln>
        </p:spPr>
        <p:txBody>
          <a:bodyPr/>
          <a:lstStyle/>
          <a:p>
            <a:pPr/>
          </a:p>
        </p:txBody>
      </p:sp>
      <p:sp>
        <p:nvSpPr>
          <p:cNvPr id="76" name="Text Placeholder 6"/>
          <p:cNvSpPr/>
          <p:nvPr>
            <p:ph type="body" sz="quarter" idx="22"/>
          </p:nvPr>
        </p:nvSpPr>
        <p:spPr>
          <a:xfrm>
            <a:off x="838200" y="3347534"/>
            <a:ext cx="7391400" cy="1496735"/>
          </a:xfrm>
          <a:prstGeom prst="rect">
            <a:avLst/>
          </a:prstGeom>
          <a:solidFill>
            <a:schemeClr val="accent3">
              <a:lumOff val="44000"/>
            </a:schemeClr>
          </a:solidFill>
        </p:spPr>
        <p:txBody>
          <a:bodyPr/>
          <a:lstStyle/>
          <a:p>
            <a:pPr/>
          </a:p>
        </p:txBody>
      </p:sp>
      <p:sp>
        <p:nvSpPr>
          <p:cNvPr id="77" name="Text Placeholder 14"/>
          <p:cNvSpPr/>
          <p:nvPr>
            <p:ph type="body" sz="quarter" idx="23"/>
          </p:nvPr>
        </p:nvSpPr>
        <p:spPr>
          <a:xfrm>
            <a:off x="1295400" y="4982112"/>
            <a:ext cx="6934200" cy="885289"/>
          </a:xfrm>
          <a:prstGeom prst="rect">
            <a:avLst/>
          </a:prstGeom>
          <a:solidFill>
            <a:srgbClr val="F2F2F2"/>
          </a:solidFill>
          <a:ln w="31750">
            <a:solidFill>
              <a:srgbClr val="000000"/>
            </a:solidFill>
            <a:round/>
          </a:ln>
        </p:spPr>
        <p:txBody>
          <a:bodyPr/>
          <a:lstStyle/>
          <a:p>
            <a:pPr/>
          </a:p>
        </p:txBody>
      </p:sp>
      <p:sp>
        <p:nvSpPr>
          <p:cNvPr id="7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Console_layout">
    <p:spTree>
      <p:nvGrpSpPr>
        <p:cNvPr id="1" name=""/>
        <p:cNvGrpSpPr/>
        <p:nvPr/>
      </p:nvGrpSpPr>
      <p:grpSpPr>
        <a:xfrm>
          <a:off x="0" y="0"/>
          <a:ext cx="0" cy="0"/>
          <a:chOff x="0" y="0"/>
          <a:chExt cx="0" cy="0"/>
        </a:xfrm>
      </p:grpSpPr>
      <p:sp>
        <p:nvSpPr>
          <p:cNvPr id="85" name="Rectangle 1"/>
          <p:cNvSpPr/>
          <p:nvPr/>
        </p:nvSpPr>
        <p:spPr>
          <a:xfrm>
            <a:off x="0" y="6172200"/>
            <a:ext cx="9144000" cy="685800"/>
          </a:xfrm>
          <a:prstGeom prst="rect">
            <a:avLst/>
          </a:prstGeom>
          <a:solidFill>
            <a:srgbClr val="20396D"/>
          </a:solidFill>
          <a:ln w="12700">
            <a:miter lim="400000"/>
          </a:ln>
        </p:spPr>
        <p:txBody>
          <a:bodyPr lIns="45719" rIns="45719"/>
          <a:lstStyle/>
          <a:p>
            <a:pPr>
              <a:defRPr>
                <a:latin typeface="+mn-lt"/>
                <a:ea typeface="+mn-ea"/>
                <a:cs typeface="+mn-cs"/>
                <a:sym typeface="Times New Roman"/>
              </a:defRPr>
            </a:pPr>
          </a:p>
        </p:txBody>
      </p:sp>
      <p:pic>
        <p:nvPicPr>
          <p:cNvPr id="86" name="Picture 2" descr="Picture 2"/>
          <p:cNvPicPr>
            <a:picLocks noChangeAspect="1"/>
          </p:cNvPicPr>
          <p:nvPr/>
        </p:nvPicPr>
        <p:blipFill>
          <a:blip r:embed="rId2">
            <a:extLst/>
          </a:blip>
          <a:stretch>
            <a:fillRect/>
          </a:stretch>
        </p:blipFill>
        <p:spPr>
          <a:xfrm>
            <a:off x="676830" y="6397411"/>
            <a:ext cx="1228170" cy="231989"/>
          </a:xfrm>
          <a:prstGeom prst="rect">
            <a:avLst/>
          </a:prstGeom>
          <a:ln w="12700">
            <a:miter lim="400000"/>
          </a:ln>
        </p:spPr>
      </p:pic>
      <p:sp>
        <p:nvSpPr>
          <p:cNvPr id="87" name="Title Text"/>
          <p:cNvSpPr txBox="1"/>
          <p:nvPr>
            <p:ph type="title"/>
          </p:nvPr>
        </p:nvSpPr>
        <p:spPr>
          <a:prstGeom prst="rect">
            <a:avLst/>
          </a:prstGeom>
        </p:spPr>
        <p:txBody>
          <a:bodyPr/>
          <a:lstStyle/>
          <a:p>
            <a:pPr/>
            <a:r>
              <a:t>Title Text</a:t>
            </a:r>
          </a:p>
        </p:txBody>
      </p:sp>
      <p:sp>
        <p:nvSpPr>
          <p:cNvPr id="88" name="Body Level One…"/>
          <p:cNvSpPr txBox="1"/>
          <p:nvPr>
            <p:ph type="body" sz="half" idx="1"/>
          </p:nvPr>
        </p:nvSpPr>
        <p:spPr>
          <a:xfrm>
            <a:off x="1295400" y="1143000"/>
            <a:ext cx="6934200" cy="3200400"/>
          </a:xfrm>
          <a:prstGeom prst="rect">
            <a:avLst/>
          </a:prstGeom>
          <a:solidFill>
            <a:srgbClr val="F2F2F2"/>
          </a:solidFill>
          <a:ln w="31750">
            <a:solidFill>
              <a:srgbClr val="000000"/>
            </a:solidFill>
            <a:round/>
          </a:ln>
        </p:spPr>
        <p:txBody>
          <a:bodyPr/>
          <a:lstStyle>
            <a:lvl2pPr marL="661307" indent="-204107">
              <a:buSzPct val="100000"/>
              <a:buChar char="–"/>
            </a:lvl2pPr>
            <a:lvl3pPr marL="1104900" indent="-190500">
              <a:buSzPct val="100000"/>
              <a:buChar char="•"/>
            </a:lvl3pPr>
            <a:lvl4pPr marL="1600200" indent="-228600">
              <a:buSzPct val="100000"/>
              <a:buChar char="–"/>
            </a:lvl4pPr>
            <a:lvl5pPr marL="2057400" indent="-228600">
              <a:buSzPct val="100000"/>
              <a:buChar char="»"/>
            </a:lvl5pPr>
          </a:lstStyle>
          <a:p>
            <a:pPr/>
            <a:r>
              <a:t>Body Level One</a:t>
            </a:r>
          </a:p>
          <a:p>
            <a:pPr lvl="1"/>
            <a:r>
              <a:t>Body Level Two</a:t>
            </a:r>
          </a:p>
          <a:p>
            <a:pPr lvl="2"/>
            <a:r>
              <a:t>Body Level Three</a:t>
            </a:r>
          </a:p>
          <a:p>
            <a:pPr lvl="3"/>
            <a:r>
              <a:t>Body Level Four</a:t>
            </a:r>
          </a:p>
          <a:p>
            <a:pPr lvl="4"/>
            <a:r>
              <a:t>Body Level Five</a:t>
            </a:r>
          </a:p>
        </p:txBody>
      </p:sp>
      <p:sp>
        <p:nvSpPr>
          <p:cNvPr id="8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Image_Text_layout">
    <p:spTree>
      <p:nvGrpSpPr>
        <p:cNvPr id="1" name=""/>
        <p:cNvGrpSpPr/>
        <p:nvPr/>
      </p:nvGrpSpPr>
      <p:grpSpPr>
        <a:xfrm>
          <a:off x="0" y="0"/>
          <a:ext cx="0" cy="0"/>
          <a:chOff x="0" y="0"/>
          <a:chExt cx="0" cy="0"/>
        </a:xfrm>
      </p:grpSpPr>
      <p:sp>
        <p:nvSpPr>
          <p:cNvPr id="96" name="Title Text"/>
          <p:cNvSpPr txBox="1"/>
          <p:nvPr>
            <p:ph type="title"/>
          </p:nvPr>
        </p:nvSpPr>
        <p:spPr>
          <a:prstGeom prst="rect">
            <a:avLst/>
          </a:prstGeom>
        </p:spPr>
        <p:txBody>
          <a:bodyPr/>
          <a:lstStyle/>
          <a:p>
            <a:pPr/>
            <a:r>
              <a:t>Title Text</a:t>
            </a:r>
          </a:p>
        </p:txBody>
      </p:sp>
      <p:sp>
        <p:nvSpPr>
          <p:cNvPr id="97" name="Body Level One…"/>
          <p:cNvSpPr txBox="1"/>
          <p:nvPr>
            <p:ph type="body" sz="half" idx="1" hasCustomPrompt="1"/>
          </p:nvPr>
        </p:nvSpPr>
        <p:spPr>
          <a:xfrm>
            <a:off x="914400" y="1066800"/>
            <a:ext cx="7315200" cy="2514600"/>
          </a:xfrm>
          <a:prstGeom prst="rect">
            <a:avLst/>
          </a:prstGeom>
        </p:spPr>
        <p:txBody>
          <a:bodyPr/>
          <a:lstStyle>
            <a:lvl1pPr>
              <a:spcBef>
                <a:spcPts val="700"/>
              </a:spcBef>
              <a:defRPr sz="3200"/>
            </a:lvl1pPr>
            <a:lvl2pPr marL="783771" indent="-326571">
              <a:spcBef>
                <a:spcPts val="700"/>
              </a:spcBef>
              <a:buSzPct val="100000"/>
              <a:buChar char="–"/>
              <a:defRPr sz="3200"/>
            </a:lvl2pPr>
            <a:lvl3pPr marL="1219200" indent="-304800">
              <a:spcBef>
                <a:spcPts val="700"/>
              </a:spcBef>
              <a:buSzPct val="100000"/>
              <a:buChar char="•"/>
              <a:defRPr sz="3200"/>
            </a:lvl3pPr>
            <a:lvl4pPr marL="1737360" indent="-365760">
              <a:spcBef>
                <a:spcPts val="700"/>
              </a:spcBef>
              <a:buSzPct val="100000"/>
              <a:buChar char="–"/>
              <a:defRPr sz="3200"/>
            </a:lvl4pPr>
            <a:lvl5pPr marL="2194560" indent="-365760">
              <a:spcBef>
                <a:spcPts val="700"/>
              </a:spcBef>
              <a:buSzPct val="100000"/>
              <a:buChar char="»"/>
              <a:defRPr sz="3200"/>
            </a:lvl5pPr>
          </a:lstStyle>
          <a:p>
            <a:pPr/>
            <a:r>
              <a:t>Click to insert image</a:t>
            </a:r>
          </a:p>
          <a:p>
            <a:pPr lvl="1"/>
            <a:r>
              <a:t/>
            </a:r>
          </a:p>
          <a:p>
            <a:pPr lvl="2"/>
            <a:r>
              <a:t/>
            </a:r>
          </a:p>
          <a:p>
            <a:pPr lvl="3"/>
            <a:r>
              <a:t/>
            </a:r>
          </a:p>
          <a:p>
            <a:pPr lvl="4"/>
            <a:r>
              <a:t/>
            </a:r>
          </a:p>
        </p:txBody>
      </p:sp>
      <p:sp>
        <p:nvSpPr>
          <p:cNvPr id="98" name="Text Placeholder 9"/>
          <p:cNvSpPr/>
          <p:nvPr>
            <p:ph type="body" sz="half" idx="21"/>
          </p:nvPr>
        </p:nvSpPr>
        <p:spPr>
          <a:xfrm>
            <a:off x="838200" y="3733800"/>
            <a:ext cx="7391400" cy="2209800"/>
          </a:xfrm>
          <a:prstGeom prst="rect">
            <a:avLst/>
          </a:prstGeom>
        </p:spPr>
        <p:txBody>
          <a:bodyPr/>
          <a:lstStyle/>
          <a:p>
            <a:pPr/>
          </a:p>
        </p:txBody>
      </p:sp>
      <p:sp>
        <p:nvSpPr>
          <p:cNvPr id="99" name="Slide Number"/>
          <p:cNvSpPr txBox="1"/>
          <p:nvPr>
            <p:ph type="sldNum" sz="quarter" idx="2"/>
          </p:nvPr>
        </p:nvSpPr>
        <p:spPr>
          <a:xfrm>
            <a:off x="6629400" y="6418513"/>
            <a:ext cx="281940" cy="287088"/>
          </a:xfrm>
          <a:prstGeom prst="rect">
            <a:avLst/>
          </a:prstGeom>
        </p:spPr>
        <p:txBody>
          <a:bodyPr/>
          <a:lstStyle>
            <a:lvl1pPr algn="l">
              <a:defRPr sz="1400">
                <a:latin typeface="+mn-lt"/>
                <a:ea typeface="+mn-ea"/>
                <a:cs typeface="+mn-cs"/>
                <a:sym typeface="Times New Roman"/>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able_Text_layout">
    <p:spTree>
      <p:nvGrpSpPr>
        <p:cNvPr id="1" name=""/>
        <p:cNvGrpSpPr/>
        <p:nvPr/>
      </p:nvGrpSpPr>
      <p:grpSpPr>
        <a:xfrm>
          <a:off x="0" y="0"/>
          <a:ext cx="0" cy="0"/>
          <a:chOff x="0" y="0"/>
          <a:chExt cx="0" cy="0"/>
        </a:xfrm>
      </p:grpSpPr>
      <p:sp>
        <p:nvSpPr>
          <p:cNvPr id="106" name="Rectangle 1"/>
          <p:cNvSpPr/>
          <p:nvPr/>
        </p:nvSpPr>
        <p:spPr>
          <a:xfrm>
            <a:off x="0" y="6172200"/>
            <a:ext cx="9144000" cy="685800"/>
          </a:xfrm>
          <a:prstGeom prst="rect">
            <a:avLst/>
          </a:prstGeom>
          <a:solidFill>
            <a:srgbClr val="20396D"/>
          </a:solidFill>
          <a:ln w="12700">
            <a:miter lim="400000"/>
          </a:ln>
        </p:spPr>
        <p:txBody>
          <a:bodyPr lIns="45719" rIns="45719"/>
          <a:lstStyle/>
          <a:p>
            <a:pPr>
              <a:defRPr>
                <a:latin typeface="+mn-lt"/>
                <a:ea typeface="+mn-ea"/>
                <a:cs typeface="+mn-cs"/>
                <a:sym typeface="Times New Roman"/>
              </a:defRPr>
            </a:pPr>
          </a:p>
        </p:txBody>
      </p:sp>
      <p:pic>
        <p:nvPicPr>
          <p:cNvPr id="107" name="Picture 2" descr="Picture 2"/>
          <p:cNvPicPr>
            <a:picLocks noChangeAspect="1"/>
          </p:cNvPicPr>
          <p:nvPr/>
        </p:nvPicPr>
        <p:blipFill>
          <a:blip r:embed="rId2">
            <a:extLst/>
          </a:blip>
          <a:stretch>
            <a:fillRect/>
          </a:stretch>
        </p:blipFill>
        <p:spPr>
          <a:xfrm>
            <a:off x="676830" y="6397411"/>
            <a:ext cx="1228170" cy="231989"/>
          </a:xfrm>
          <a:prstGeom prst="rect">
            <a:avLst/>
          </a:prstGeom>
          <a:ln w="12700">
            <a:miter lim="400000"/>
          </a:ln>
        </p:spPr>
      </p:pic>
      <p:sp>
        <p:nvSpPr>
          <p:cNvPr id="108" name="Title Text"/>
          <p:cNvSpPr txBox="1"/>
          <p:nvPr>
            <p:ph type="title"/>
          </p:nvPr>
        </p:nvSpPr>
        <p:spPr>
          <a:prstGeom prst="rect">
            <a:avLst/>
          </a:prstGeom>
        </p:spPr>
        <p:txBody>
          <a:bodyPr/>
          <a:lstStyle/>
          <a:p>
            <a:pPr/>
            <a:r>
              <a:t>Title Text</a:t>
            </a:r>
          </a:p>
        </p:txBody>
      </p:sp>
      <p:sp>
        <p:nvSpPr>
          <p:cNvPr id="109" name="Body Level One…"/>
          <p:cNvSpPr txBox="1"/>
          <p:nvPr>
            <p:ph type="body" sz="half" idx="1"/>
          </p:nvPr>
        </p:nvSpPr>
        <p:spPr>
          <a:xfrm>
            <a:off x="838200" y="3733800"/>
            <a:ext cx="7391400" cy="2209800"/>
          </a:xfrm>
          <a:prstGeom prst="rect">
            <a:avLst/>
          </a:prstGeom>
        </p:spPr>
        <p:txBody>
          <a:bodyPr/>
          <a:lstStyle>
            <a:lvl2pPr marL="661307" indent="-204107">
              <a:buSzPct val="100000"/>
              <a:buChar char="–"/>
            </a:lvl2pPr>
            <a:lvl3pPr marL="1104900" indent="-190500">
              <a:buSzPct val="100000"/>
              <a:buChar char="•"/>
            </a:lvl3pPr>
            <a:lvl4pPr marL="1600200" indent="-228600">
              <a:buSzPct val="100000"/>
              <a:buChar char="–"/>
            </a:lvl4pPr>
            <a:lvl5pPr marL="2057400" indent="-228600">
              <a:buSzPct val="100000"/>
              <a:buChar char="»"/>
            </a:lvl5pPr>
          </a:lstStyle>
          <a:p>
            <a:pPr/>
            <a:r>
              <a:t>Body Level One</a:t>
            </a:r>
          </a:p>
          <a:p>
            <a:pPr lvl="1"/>
            <a:r>
              <a:t>Body Level Two</a:t>
            </a:r>
          </a:p>
          <a:p>
            <a:pPr lvl="2"/>
            <a:r>
              <a:t>Body Level Three</a:t>
            </a:r>
          </a:p>
          <a:p>
            <a:pPr lvl="3"/>
            <a:r>
              <a:t>Body Level Four</a:t>
            </a:r>
          </a:p>
          <a:p>
            <a:pPr lvl="4"/>
            <a:r>
              <a:t>Body Level Five</a:t>
            </a:r>
          </a:p>
        </p:txBody>
      </p:sp>
      <p:sp>
        <p:nvSpPr>
          <p:cNvPr id="110" name="Slide Number"/>
          <p:cNvSpPr txBox="1"/>
          <p:nvPr>
            <p:ph type="sldNum" sz="quarter" idx="2"/>
          </p:nvPr>
        </p:nvSpPr>
        <p:spPr>
          <a:xfrm>
            <a:off x="6629400" y="6418513"/>
            <a:ext cx="281940" cy="287088"/>
          </a:xfrm>
          <a:prstGeom prst="rect">
            <a:avLst/>
          </a:prstGeom>
        </p:spPr>
        <p:txBody>
          <a:bodyPr/>
          <a:lstStyle>
            <a:lvl1pPr algn="l">
              <a:defRPr sz="1400">
                <a:latin typeface="+mn-lt"/>
                <a:ea typeface="+mn-ea"/>
                <a:cs typeface="+mn-cs"/>
                <a:sym typeface="Times New Roman"/>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Image_Image_layout">
    <p:spTree>
      <p:nvGrpSpPr>
        <p:cNvPr id="1" name=""/>
        <p:cNvGrpSpPr/>
        <p:nvPr/>
      </p:nvGrpSpPr>
      <p:grpSpPr>
        <a:xfrm>
          <a:off x="0" y="0"/>
          <a:ext cx="0" cy="0"/>
          <a:chOff x="0" y="0"/>
          <a:chExt cx="0" cy="0"/>
        </a:xfrm>
      </p:grpSpPr>
      <p:sp>
        <p:nvSpPr>
          <p:cNvPr id="117" name="Rectangle 1"/>
          <p:cNvSpPr/>
          <p:nvPr/>
        </p:nvSpPr>
        <p:spPr>
          <a:xfrm>
            <a:off x="0" y="6172200"/>
            <a:ext cx="9144000" cy="685800"/>
          </a:xfrm>
          <a:prstGeom prst="rect">
            <a:avLst/>
          </a:prstGeom>
          <a:solidFill>
            <a:srgbClr val="20396D"/>
          </a:solidFill>
          <a:ln w="12700">
            <a:miter lim="400000"/>
          </a:ln>
        </p:spPr>
        <p:txBody>
          <a:bodyPr lIns="45719" rIns="45719"/>
          <a:lstStyle/>
          <a:p>
            <a:pPr>
              <a:defRPr>
                <a:latin typeface="+mn-lt"/>
                <a:ea typeface="+mn-ea"/>
                <a:cs typeface="+mn-cs"/>
                <a:sym typeface="Times New Roman"/>
              </a:defRPr>
            </a:pPr>
          </a:p>
        </p:txBody>
      </p:sp>
      <p:pic>
        <p:nvPicPr>
          <p:cNvPr id="118" name="Picture 2" descr="Picture 2"/>
          <p:cNvPicPr>
            <a:picLocks noChangeAspect="1"/>
          </p:cNvPicPr>
          <p:nvPr/>
        </p:nvPicPr>
        <p:blipFill>
          <a:blip r:embed="rId2">
            <a:extLst/>
          </a:blip>
          <a:stretch>
            <a:fillRect/>
          </a:stretch>
        </p:blipFill>
        <p:spPr>
          <a:xfrm>
            <a:off x="676830" y="6397411"/>
            <a:ext cx="1228170" cy="231989"/>
          </a:xfrm>
          <a:prstGeom prst="rect">
            <a:avLst/>
          </a:prstGeom>
          <a:ln w="12700">
            <a:miter lim="400000"/>
          </a:ln>
        </p:spPr>
      </p:pic>
      <p:sp>
        <p:nvSpPr>
          <p:cNvPr id="119" name="Title Text"/>
          <p:cNvSpPr txBox="1"/>
          <p:nvPr>
            <p:ph type="title"/>
          </p:nvPr>
        </p:nvSpPr>
        <p:spPr>
          <a:prstGeom prst="rect">
            <a:avLst/>
          </a:prstGeom>
        </p:spPr>
        <p:txBody>
          <a:bodyPr/>
          <a:lstStyle/>
          <a:p>
            <a:pPr/>
            <a:r>
              <a:t>Title Text</a:t>
            </a:r>
          </a:p>
        </p:txBody>
      </p:sp>
      <p:sp>
        <p:nvSpPr>
          <p:cNvPr id="120" name="Body Level One…"/>
          <p:cNvSpPr txBox="1"/>
          <p:nvPr>
            <p:ph type="body" sz="half" idx="1" hasCustomPrompt="1"/>
          </p:nvPr>
        </p:nvSpPr>
        <p:spPr>
          <a:xfrm>
            <a:off x="914400" y="1066800"/>
            <a:ext cx="7315200" cy="2514600"/>
          </a:xfrm>
          <a:prstGeom prst="rect">
            <a:avLst/>
          </a:prstGeom>
        </p:spPr>
        <p:txBody>
          <a:bodyPr/>
          <a:lstStyle>
            <a:lvl1pPr>
              <a:spcBef>
                <a:spcPts val="700"/>
              </a:spcBef>
              <a:defRPr sz="3200"/>
            </a:lvl1pPr>
            <a:lvl2pPr marL="783771" indent="-326571">
              <a:spcBef>
                <a:spcPts val="700"/>
              </a:spcBef>
              <a:buSzPct val="100000"/>
              <a:buChar char="–"/>
              <a:defRPr sz="3200"/>
            </a:lvl2pPr>
            <a:lvl3pPr marL="1219200" indent="-304800">
              <a:spcBef>
                <a:spcPts val="700"/>
              </a:spcBef>
              <a:buSzPct val="100000"/>
              <a:buChar char="•"/>
              <a:defRPr sz="3200"/>
            </a:lvl3pPr>
            <a:lvl4pPr marL="1737360" indent="-365760">
              <a:spcBef>
                <a:spcPts val="700"/>
              </a:spcBef>
              <a:buSzPct val="100000"/>
              <a:buChar char="–"/>
              <a:defRPr sz="3200"/>
            </a:lvl4pPr>
            <a:lvl5pPr marL="2194560" indent="-365760">
              <a:spcBef>
                <a:spcPts val="700"/>
              </a:spcBef>
              <a:buSzPct val="100000"/>
              <a:buChar char="»"/>
              <a:defRPr sz="3200"/>
            </a:lvl5pPr>
          </a:lstStyle>
          <a:p>
            <a:pPr/>
            <a:r>
              <a:t>Click to insert image</a:t>
            </a:r>
          </a:p>
          <a:p>
            <a:pPr lvl="1"/>
            <a:r>
              <a:t/>
            </a:r>
          </a:p>
          <a:p>
            <a:pPr lvl="2"/>
            <a:r>
              <a:t/>
            </a:r>
          </a:p>
          <a:p>
            <a:pPr lvl="3"/>
            <a:r>
              <a:t/>
            </a:r>
          </a:p>
          <a:p>
            <a:pPr lvl="4"/>
            <a:r>
              <a:t/>
            </a:r>
          </a:p>
        </p:txBody>
      </p:sp>
      <p:sp>
        <p:nvSpPr>
          <p:cNvPr id="121" name="Text Placeholder 7"/>
          <p:cNvSpPr/>
          <p:nvPr>
            <p:ph type="body" sz="quarter" idx="21" hasCustomPrompt="1"/>
          </p:nvPr>
        </p:nvSpPr>
        <p:spPr>
          <a:xfrm>
            <a:off x="838200" y="3730078"/>
            <a:ext cx="7391400" cy="457201"/>
          </a:xfrm>
          <a:prstGeom prst="rect">
            <a:avLst/>
          </a:prstGeom>
        </p:spPr>
        <p:txBody>
          <a:bodyPr/>
          <a:lstStyle>
            <a:lvl1pPr>
              <a:spcBef>
                <a:spcPts val="500"/>
              </a:spcBef>
              <a:defRPr b="1" sz="2400">
                <a:solidFill>
                  <a:srgbClr val="000099"/>
                </a:solidFill>
              </a:defRPr>
            </a:lvl1pPr>
          </a:lstStyle>
          <a:p>
            <a:pPr/>
            <a:r>
              <a:t>Click to edit Master heading style</a:t>
            </a:r>
          </a:p>
        </p:txBody>
      </p:sp>
      <p:sp>
        <p:nvSpPr>
          <p:cNvPr id="122" name="Slide Number"/>
          <p:cNvSpPr txBox="1"/>
          <p:nvPr>
            <p:ph type="sldNum" sz="quarter" idx="2"/>
          </p:nvPr>
        </p:nvSpPr>
        <p:spPr>
          <a:xfrm>
            <a:off x="6629400" y="6418513"/>
            <a:ext cx="281940" cy="287088"/>
          </a:xfrm>
          <a:prstGeom prst="rect">
            <a:avLst/>
          </a:prstGeom>
        </p:spPr>
        <p:txBody>
          <a:bodyPr/>
          <a:lstStyle>
            <a:lvl1pPr algn="l">
              <a:defRPr sz="1400">
                <a:latin typeface="+mn-lt"/>
                <a:ea typeface="+mn-ea"/>
                <a:cs typeface="+mn-cs"/>
                <a:sym typeface="Times New Roman"/>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ext_Image_layout">
    <p:spTree>
      <p:nvGrpSpPr>
        <p:cNvPr id="1" name=""/>
        <p:cNvGrpSpPr/>
        <p:nvPr/>
      </p:nvGrpSpPr>
      <p:grpSpPr>
        <a:xfrm>
          <a:off x="0" y="0"/>
          <a:ext cx="0" cy="0"/>
          <a:chOff x="0" y="0"/>
          <a:chExt cx="0" cy="0"/>
        </a:xfrm>
      </p:grpSpPr>
      <p:sp>
        <p:nvSpPr>
          <p:cNvPr id="129" name="Title Text"/>
          <p:cNvSpPr txBox="1"/>
          <p:nvPr>
            <p:ph type="title"/>
          </p:nvPr>
        </p:nvSpPr>
        <p:spPr>
          <a:prstGeom prst="rect">
            <a:avLst/>
          </a:prstGeom>
        </p:spPr>
        <p:txBody>
          <a:bodyPr/>
          <a:lstStyle/>
          <a:p>
            <a:pPr/>
            <a:r>
              <a:t>Title Text</a:t>
            </a:r>
          </a:p>
        </p:txBody>
      </p:sp>
      <p:sp>
        <p:nvSpPr>
          <p:cNvPr id="130" name="Body Level One…"/>
          <p:cNvSpPr txBox="1"/>
          <p:nvPr>
            <p:ph type="body" sz="half" idx="1"/>
          </p:nvPr>
        </p:nvSpPr>
        <p:spPr>
          <a:xfrm>
            <a:off x="812800" y="1062757"/>
            <a:ext cx="7391400" cy="2213843"/>
          </a:xfrm>
          <a:prstGeom prst="rect">
            <a:avLst/>
          </a:prstGeom>
        </p:spPr>
        <p:txBody>
          <a:bodyPr/>
          <a:lstStyle>
            <a:lvl2pPr marL="661307" indent="-204107">
              <a:buSzPct val="100000"/>
              <a:buChar char="–"/>
            </a:lvl2pPr>
            <a:lvl3pPr marL="1104900" indent="-190500">
              <a:buSzPct val="100000"/>
              <a:buChar char="•"/>
            </a:lvl3pPr>
            <a:lvl4pPr marL="1600200" indent="-228600">
              <a:buSzPct val="100000"/>
              <a:buChar char="–"/>
            </a:lvl4pPr>
            <a:lvl5pPr marL="2057400" indent="-228600">
              <a:buSzPct val="100000"/>
              <a:buChar char="»"/>
            </a:lvl5pPr>
          </a:lstStyle>
          <a:p>
            <a:pPr/>
            <a:r>
              <a:t>Body Level One</a:t>
            </a:r>
          </a:p>
          <a:p>
            <a:pPr lvl="1"/>
            <a:r>
              <a:t>Body Level Two</a:t>
            </a:r>
          </a:p>
          <a:p>
            <a:pPr lvl="2"/>
            <a:r>
              <a:t>Body Level Three</a:t>
            </a:r>
          </a:p>
          <a:p>
            <a:pPr lvl="3"/>
            <a:r>
              <a:t>Body Level Four</a:t>
            </a:r>
          </a:p>
          <a:p>
            <a:pPr lvl="4"/>
            <a:r>
              <a:t>Body Level Five</a:t>
            </a:r>
          </a:p>
        </p:txBody>
      </p:sp>
      <p:sp>
        <p:nvSpPr>
          <p:cNvPr id="131" name="Slide Number"/>
          <p:cNvSpPr txBox="1"/>
          <p:nvPr>
            <p:ph type="sldNum" sz="quarter" idx="2"/>
          </p:nvPr>
        </p:nvSpPr>
        <p:spPr>
          <a:xfrm>
            <a:off x="6629400" y="6418513"/>
            <a:ext cx="281940" cy="287088"/>
          </a:xfrm>
          <a:prstGeom prst="rect">
            <a:avLst/>
          </a:prstGeom>
        </p:spPr>
        <p:txBody>
          <a:bodyPr/>
          <a:lstStyle>
            <a:lvl1pPr algn="l">
              <a:defRPr sz="1400">
                <a:latin typeface="+mn-lt"/>
                <a:ea typeface="+mn-ea"/>
                <a:cs typeface="+mn-cs"/>
                <a:sym typeface="Times New Roman"/>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ext_Image_Text_layout">
    <p:spTree>
      <p:nvGrpSpPr>
        <p:cNvPr id="1" name=""/>
        <p:cNvGrpSpPr/>
        <p:nvPr/>
      </p:nvGrpSpPr>
      <p:grpSpPr>
        <a:xfrm>
          <a:off x="0" y="0"/>
          <a:ext cx="0" cy="0"/>
          <a:chOff x="0" y="0"/>
          <a:chExt cx="0" cy="0"/>
        </a:xfrm>
      </p:grpSpPr>
      <p:sp>
        <p:nvSpPr>
          <p:cNvPr id="138" name="Rectangle 1"/>
          <p:cNvSpPr/>
          <p:nvPr/>
        </p:nvSpPr>
        <p:spPr>
          <a:xfrm>
            <a:off x="0" y="6172200"/>
            <a:ext cx="9144000" cy="685800"/>
          </a:xfrm>
          <a:prstGeom prst="rect">
            <a:avLst/>
          </a:prstGeom>
          <a:solidFill>
            <a:srgbClr val="20396D"/>
          </a:solidFill>
          <a:ln w="12700">
            <a:miter lim="400000"/>
          </a:ln>
        </p:spPr>
        <p:txBody>
          <a:bodyPr lIns="45719" rIns="45719"/>
          <a:lstStyle/>
          <a:p>
            <a:pPr>
              <a:defRPr>
                <a:latin typeface="+mn-lt"/>
                <a:ea typeface="+mn-ea"/>
                <a:cs typeface="+mn-cs"/>
                <a:sym typeface="Times New Roman"/>
              </a:defRPr>
            </a:pPr>
          </a:p>
        </p:txBody>
      </p:sp>
      <p:pic>
        <p:nvPicPr>
          <p:cNvPr id="139" name="Picture 2" descr="Picture 2"/>
          <p:cNvPicPr>
            <a:picLocks noChangeAspect="1"/>
          </p:cNvPicPr>
          <p:nvPr/>
        </p:nvPicPr>
        <p:blipFill>
          <a:blip r:embed="rId2">
            <a:extLst/>
          </a:blip>
          <a:stretch>
            <a:fillRect/>
          </a:stretch>
        </p:blipFill>
        <p:spPr>
          <a:xfrm>
            <a:off x="676830" y="6397411"/>
            <a:ext cx="1228170" cy="231989"/>
          </a:xfrm>
          <a:prstGeom prst="rect">
            <a:avLst/>
          </a:prstGeom>
          <a:ln w="12700">
            <a:miter lim="400000"/>
          </a:ln>
        </p:spPr>
      </p:pic>
      <p:sp>
        <p:nvSpPr>
          <p:cNvPr id="140" name="Title Text"/>
          <p:cNvSpPr txBox="1"/>
          <p:nvPr>
            <p:ph type="title"/>
          </p:nvPr>
        </p:nvSpPr>
        <p:spPr>
          <a:prstGeom prst="rect">
            <a:avLst/>
          </a:prstGeom>
        </p:spPr>
        <p:txBody>
          <a:bodyPr/>
          <a:lstStyle/>
          <a:p>
            <a:pPr/>
            <a:r>
              <a:t>Title Text</a:t>
            </a:r>
          </a:p>
        </p:txBody>
      </p:sp>
      <p:sp>
        <p:nvSpPr>
          <p:cNvPr id="141" name="Body Level One…"/>
          <p:cNvSpPr txBox="1"/>
          <p:nvPr>
            <p:ph type="body" sz="half" idx="1"/>
          </p:nvPr>
        </p:nvSpPr>
        <p:spPr>
          <a:xfrm>
            <a:off x="812800" y="1062757"/>
            <a:ext cx="7391400" cy="1756643"/>
          </a:xfrm>
          <a:prstGeom prst="rect">
            <a:avLst/>
          </a:prstGeom>
        </p:spPr>
        <p:txBody>
          <a:bodyPr/>
          <a:lstStyle>
            <a:lvl2pPr marL="661307" indent="-204107">
              <a:buSzPct val="100000"/>
              <a:buChar char="–"/>
            </a:lvl2pPr>
            <a:lvl3pPr marL="1104900" indent="-190500">
              <a:buSzPct val="100000"/>
              <a:buChar char="•"/>
            </a:lvl3pPr>
            <a:lvl4pPr marL="1600200" indent="-228600">
              <a:buSzPct val="100000"/>
              <a:buChar char="–"/>
            </a:lvl4pPr>
            <a:lvl5pPr marL="2057400" indent="-228600">
              <a:buSzPct val="100000"/>
              <a:buChar char="»"/>
            </a:lvl5pPr>
          </a:lstStyle>
          <a:p>
            <a:pPr/>
            <a:r>
              <a:t>Body Level One</a:t>
            </a:r>
          </a:p>
          <a:p>
            <a:pPr lvl="1"/>
            <a:r>
              <a:t>Body Level Two</a:t>
            </a:r>
          </a:p>
          <a:p>
            <a:pPr lvl="2"/>
            <a:r>
              <a:t>Body Level Three</a:t>
            </a:r>
          </a:p>
          <a:p>
            <a:pPr lvl="3"/>
            <a:r>
              <a:t>Body Level Four</a:t>
            </a:r>
          </a:p>
          <a:p>
            <a:pPr lvl="4"/>
            <a:r>
              <a:t>Body Level Five</a:t>
            </a:r>
          </a:p>
        </p:txBody>
      </p:sp>
      <p:sp>
        <p:nvSpPr>
          <p:cNvPr id="142" name="Text Placeholder 9"/>
          <p:cNvSpPr/>
          <p:nvPr>
            <p:ph type="body" sz="quarter" idx="21"/>
          </p:nvPr>
        </p:nvSpPr>
        <p:spPr>
          <a:xfrm>
            <a:off x="812800" y="4605201"/>
            <a:ext cx="7391400" cy="1414599"/>
          </a:xfrm>
          <a:prstGeom prst="rect">
            <a:avLst/>
          </a:prstGeom>
        </p:spPr>
        <p:txBody>
          <a:bodyPr/>
          <a:lstStyle/>
          <a:p>
            <a:pPr/>
          </a:p>
        </p:txBody>
      </p:sp>
      <p:sp>
        <p:nvSpPr>
          <p:cNvPr id="143" name="Slide Number"/>
          <p:cNvSpPr txBox="1"/>
          <p:nvPr>
            <p:ph type="sldNum" sz="quarter" idx="2"/>
          </p:nvPr>
        </p:nvSpPr>
        <p:spPr>
          <a:xfrm>
            <a:off x="6629400" y="6418513"/>
            <a:ext cx="281940" cy="287088"/>
          </a:xfrm>
          <a:prstGeom prst="rect">
            <a:avLst/>
          </a:prstGeom>
        </p:spPr>
        <p:txBody>
          <a:bodyPr/>
          <a:lstStyle>
            <a:lvl1pPr algn="l">
              <a:defRPr sz="1400">
                <a:latin typeface="+mn-lt"/>
                <a:ea typeface="+mn-ea"/>
                <a:cs typeface="+mn-cs"/>
                <a:sym typeface="Times New Roman"/>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Image_Text_Text_layout">
    <p:spTree>
      <p:nvGrpSpPr>
        <p:cNvPr id="1" name=""/>
        <p:cNvGrpSpPr/>
        <p:nvPr/>
      </p:nvGrpSpPr>
      <p:grpSpPr>
        <a:xfrm>
          <a:off x="0" y="0"/>
          <a:ext cx="0" cy="0"/>
          <a:chOff x="0" y="0"/>
          <a:chExt cx="0" cy="0"/>
        </a:xfrm>
      </p:grpSpPr>
      <p:sp>
        <p:nvSpPr>
          <p:cNvPr id="150" name="Rectangle 1"/>
          <p:cNvSpPr/>
          <p:nvPr/>
        </p:nvSpPr>
        <p:spPr>
          <a:xfrm>
            <a:off x="0" y="6172200"/>
            <a:ext cx="9144000" cy="685800"/>
          </a:xfrm>
          <a:prstGeom prst="rect">
            <a:avLst/>
          </a:prstGeom>
          <a:solidFill>
            <a:srgbClr val="20396D"/>
          </a:solidFill>
          <a:ln w="12700">
            <a:miter lim="400000"/>
          </a:ln>
        </p:spPr>
        <p:txBody>
          <a:bodyPr lIns="45719" rIns="45719"/>
          <a:lstStyle/>
          <a:p>
            <a:pPr>
              <a:defRPr>
                <a:latin typeface="+mn-lt"/>
                <a:ea typeface="+mn-ea"/>
                <a:cs typeface="+mn-cs"/>
                <a:sym typeface="Times New Roman"/>
              </a:defRPr>
            </a:pPr>
          </a:p>
        </p:txBody>
      </p:sp>
      <p:pic>
        <p:nvPicPr>
          <p:cNvPr id="151" name="Picture 2" descr="Picture 2"/>
          <p:cNvPicPr>
            <a:picLocks noChangeAspect="1"/>
          </p:cNvPicPr>
          <p:nvPr/>
        </p:nvPicPr>
        <p:blipFill>
          <a:blip r:embed="rId2">
            <a:extLst/>
          </a:blip>
          <a:stretch>
            <a:fillRect/>
          </a:stretch>
        </p:blipFill>
        <p:spPr>
          <a:xfrm>
            <a:off x="676830" y="6397411"/>
            <a:ext cx="1228170" cy="231989"/>
          </a:xfrm>
          <a:prstGeom prst="rect">
            <a:avLst/>
          </a:prstGeom>
          <a:ln w="12700">
            <a:miter lim="400000"/>
          </a:ln>
        </p:spPr>
      </p:pic>
      <p:sp>
        <p:nvSpPr>
          <p:cNvPr id="152" name="Title Text"/>
          <p:cNvSpPr txBox="1"/>
          <p:nvPr>
            <p:ph type="title"/>
          </p:nvPr>
        </p:nvSpPr>
        <p:spPr>
          <a:prstGeom prst="rect">
            <a:avLst/>
          </a:prstGeom>
        </p:spPr>
        <p:txBody>
          <a:bodyPr/>
          <a:lstStyle/>
          <a:p>
            <a:pPr/>
            <a:r>
              <a:t>Title Text</a:t>
            </a:r>
          </a:p>
        </p:txBody>
      </p:sp>
      <p:sp>
        <p:nvSpPr>
          <p:cNvPr id="153" name="Body Level One…"/>
          <p:cNvSpPr txBox="1"/>
          <p:nvPr>
            <p:ph type="body" sz="quarter" idx="1"/>
          </p:nvPr>
        </p:nvSpPr>
        <p:spPr>
          <a:xfrm>
            <a:off x="812800" y="3429000"/>
            <a:ext cx="7391400" cy="549386"/>
          </a:xfrm>
          <a:prstGeom prst="rect">
            <a:avLst/>
          </a:prstGeom>
        </p:spPr>
        <p:txBody>
          <a:bodyPr/>
          <a:lstStyle>
            <a:lvl2pPr marL="661307" indent="-204107">
              <a:buSzPct val="100000"/>
              <a:buChar char="–"/>
            </a:lvl2pPr>
            <a:lvl3pPr marL="1104900" indent="-190500">
              <a:buSzPct val="100000"/>
              <a:buChar char="•"/>
            </a:lvl3pPr>
            <a:lvl4pPr marL="1600200" indent="-228600">
              <a:buSzPct val="100000"/>
              <a:buChar char="–"/>
            </a:lvl4pPr>
            <a:lvl5pPr marL="2057400" indent="-228600">
              <a:buSzPct val="100000"/>
              <a:buChar char="»"/>
            </a:lvl5pPr>
          </a:lstStyle>
          <a:p>
            <a:pPr/>
            <a:r>
              <a:t>Body Level One</a:t>
            </a:r>
          </a:p>
          <a:p>
            <a:pPr lvl="1"/>
            <a:r>
              <a:t>Body Level Two</a:t>
            </a:r>
          </a:p>
          <a:p>
            <a:pPr lvl="2"/>
            <a:r>
              <a:t>Body Level Three</a:t>
            </a:r>
          </a:p>
          <a:p>
            <a:pPr lvl="3"/>
            <a:r>
              <a:t>Body Level Four</a:t>
            </a:r>
          </a:p>
          <a:p>
            <a:pPr lvl="4"/>
            <a:r>
              <a:t>Body Level Five</a:t>
            </a:r>
          </a:p>
        </p:txBody>
      </p:sp>
      <p:sp>
        <p:nvSpPr>
          <p:cNvPr id="154" name="Text Placeholder 9"/>
          <p:cNvSpPr/>
          <p:nvPr>
            <p:ph type="body" sz="half" idx="21"/>
          </p:nvPr>
        </p:nvSpPr>
        <p:spPr>
          <a:xfrm>
            <a:off x="812800" y="4038600"/>
            <a:ext cx="7391400" cy="1981200"/>
          </a:xfrm>
          <a:prstGeom prst="rect">
            <a:avLst/>
          </a:prstGeom>
        </p:spPr>
        <p:txBody>
          <a:bodyPr/>
          <a:lstStyle/>
          <a:p>
            <a:pPr/>
          </a:p>
        </p:txBody>
      </p:sp>
      <p:sp>
        <p:nvSpPr>
          <p:cNvPr id="155" name="Slide Number"/>
          <p:cNvSpPr txBox="1"/>
          <p:nvPr>
            <p:ph type="sldNum" sz="quarter" idx="2"/>
          </p:nvPr>
        </p:nvSpPr>
        <p:spPr>
          <a:xfrm>
            <a:off x="6629400" y="6418513"/>
            <a:ext cx="281940" cy="287088"/>
          </a:xfrm>
          <a:prstGeom prst="rect">
            <a:avLst/>
          </a:prstGeom>
        </p:spPr>
        <p:txBody>
          <a:bodyPr/>
          <a:lstStyle>
            <a:lvl1pPr algn="l">
              <a:defRPr sz="1400">
                <a:latin typeface="+mn-lt"/>
                <a:ea typeface="+mn-ea"/>
                <a:cs typeface="+mn-cs"/>
                <a:sym typeface="Times New Roman"/>
              </a:defRPr>
            </a:lvl1p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png"/><Relationship Id="rId3" Type="http://schemas.openxmlformats.org/officeDocument/2006/relationships/slideLayout" Target="../slideLayouts/slideLayout1.xml"/><Relationship Id="rId4" Type="http://schemas.openxmlformats.org/officeDocument/2006/relationships/slideLayout" Target="../slideLayouts/slideLayout2.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 Id="rId9" Type="http://schemas.openxmlformats.org/officeDocument/2006/relationships/slideLayout" Target="../slideLayouts/slideLayout7.xml"/><Relationship Id="rId10" Type="http://schemas.openxmlformats.org/officeDocument/2006/relationships/slideLayout" Target="../slideLayouts/slideLayout8.xml"/><Relationship Id="rId11" Type="http://schemas.openxmlformats.org/officeDocument/2006/relationships/slideLayout" Target="../slideLayouts/slideLayout9.xml"/><Relationship Id="rId12" Type="http://schemas.openxmlformats.org/officeDocument/2006/relationships/slideLayout" Target="../slideLayouts/slideLayout10.xml"/><Relationship Id="rId13" Type="http://schemas.openxmlformats.org/officeDocument/2006/relationships/slideLayout" Target="../slideLayouts/slideLayout11.xml"/><Relationship Id="rId14" Type="http://schemas.openxmlformats.org/officeDocument/2006/relationships/slideLayout" Target="../slideLayouts/slideLayout12.xml"/><Relationship Id="rId15" Type="http://schemas.openxmlformats.org/officeDocument/2006/relationships/slideLayout" Target="../slideLayouts/slideLayout13.xml"/><Relationship Id="rId16"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chemeClr val="accent3">
            <a:lumOff val="44000"/>
          </a:schemeClr>
        </a:solidFill>
      </p:bgPr>
    </p:bg>
    <p:spTree>
      <p:nvGrpSpPr>
        <p:cNvPr id="1" name=""/>
        <p:cNvGrpSpPr/>
        <p:nvPr/>
      </p:nvGrpSpPr>
      <p:grpSpPr>
        <a:xfrm>
          <a:off x="0" y="0"/>
          <a:ext cx="0" cy="0"/>
          <a:chOff x="0" y="0"/>
          <a:chExt cx="0" cy="0"/>
        </a:xfrm>
      </p:grpSpPr>
      <p:sp>
        <p:nvSpPr>
          <p:cNvPr id="2" name="Rectangle 1"/>
          <p:cNvSpPr/>
          <p:nvPr/>
        </p:nvSpPr>
        <p:spPr>
          <a:xfrm>
            <a:off x="0" y="6172200"/>
            <a:ext cx="9144000" cy="685800"/>
          </a:xfrm>
          <a:prstGeom prst="rect">
            <a:avLst/>
          </a:prstGeom>
          <a:solidFill>
            <a:srgbClr val="20396D"/>
          </a:solidFill>
          <a:ln w="12700">
            <a:miter lim="400000"/>
          </a:ln>
        </p:spPr>
        <p:txBody>
          <a:bodyPr lIns="45719" rIns="45719"/>
          <a:lstStyle/>
          <a:p>
            <a:pPr>
              <a:defRPr>
                <a:latin typeface="+mn-lt"/>
                <a:ea typeface="+mn-ea"/>
                <a:cs typeface="+mn-cs"/>
                <a:sym typeface="Times New Roman"/>
              </a:defRPr>
            </a:pPr>
          </a:p>
        </p:txBody>
      </p:sp>
      <p:pic>
        <p:nvPicPr>
          <p:cNvPr id="3" name="Picture 2" descr="Picture 2"/>
          <p:cNvPicPr>
            <a:picLocks noChangeAspect="1"/>
          </p:cNvPicPr>
          <p:nvPr/>
        </p:nvPicPr>
        <p:blipFill>
          <a:blip r:embed="rId2">
            <a:extLst/>
          </a:blip>
          <a:stretch>
            <a:fillRect/>
          </a:stretch>
        </p:blipFill>
        <p:spPr>
          <a:xfrm>
            <a:off x="676830" y="6397411"/>
            <a:ext cx="1228170" cy="231989"/>
          </a:xfrm>
          <a:prstGeom prst="rect">
            <a:avLst/>
          </a:prstGeom>
          <a:ln w="12700">
            <a:miter lim="400000"/>
          </a:ln>
        </p:spPr>
      </p:pic>
      <p:sp>
        <p:nvSpPr>
          <p:cNvPr id="4" name="Title Text"/>
          <p:cNvSpPr txBox="1"/>
          <p:nvPr>
            <p:ph type="title"/>
          </p:nvPr>
        </p:nvSpPr>
        <p:spPr>
          <a:xfrm>
            <a:off x="914400" y="624988"/>
            <a:ext cx="7315200" cy="36933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normAutofit fontScale="100000" lnSpcReduction="0"/>
          </a:bodyPr>
          <a:lstStyle/>
          <a:p>
            <a:pPr/>
            <a:r>
              <a:t>Title Text</a:t>
            </a:r>
          </a:p>
        </p:txBody>
      </p:sp>
      <p:sp>
        <p:nvSpPr>
          <p:cNvPr id="5" name="Body Level One…"/>
          <p:cNvSpPr txBox="1"/>
          <p:nvPr>
            <p:ph type="body" idx="1"/>
          </p:nvPr>
        </p:nvSpPr>
        <p:spPr>
          <a:xfrm>
            <a:off x="838200" y="1066800"/>
            <a:ext cx="7391400" cy="4876800"/>
          </a:xfrm>
          <a:prstGeom prst="rect">
            <a:avLst/>
          </a:prstGeom>
          <a:ln w="12700">
            <a:miter lim="400000"/>
          </a:ln>
          <a:extLst>
            <a:ext uri="{C572A759-6A51-4108-AA02-DFA0A04FC94B}">
              <ma14:wrappingTextBoxFlag xmlns:ma14="http://schemas.microsoft.com/office/mac/drawingml/2011/main" val="1"/>
            </a:ext>
          </a:extLst>
        </p:spPr>
        <p:txBody>
          <a:bodyPr lIns="45719" rIns="45719">
            <a:normAutofit fontScale="100000" lnSpcReduction="0"/>
          </a:bodyPr>
          <a:lstStyle/>
          <a:p>
            <a:pPr/>
            <a:r>
              <a:t>Body Level One</a:t>
            </a:r>
          </a:p>
          <a:p>
            <a:pPr lvl="1"/>
            <a:r>
              <a:t>Body Level Two</a:t>
            </a:r>
          </a:p>
          <a:p>
            <a:pPr lvl="2"/>
            <a:r>
              <a:t>Body Level Three</a:t>
            </a:r>
          </a:p>
          <a:p>
            <a:pPr lvl="3"/>
            <a:r>
              <a:t>Body Level Four</a:t>
            </a:r>
          </a:p>
          <a:p>
            <a:pPr lvl="4"/>
            <a:r>
              <a:t>Body Level Five</a:t>
            </a:r>
          </a:p>
        </p:txBody>
      </p:sp>
      <p:sp>
        <p:nvSpPr>
          <p:cNvPr id="6" name="Slide Number"/>
          <p:cNvSpPr txBox="1"/>
          <p:nvPr>
            <p:ph type="sldNum" sz="quarter" idx="2"/>
          </p:nvPr>
        </p:nvSpPr>
        <p:spPr>
          <a:xfrm>
            <a:off x="8326005" y="6487160"/>
            <a:ext cx="208395" cy="218441"/>
          </a:xfrm>
          <a:prstGeom prst="rect">
            <a:avLst/>
          </a:prstGeom>
          <a:ln w="12700">
            <a:miter lim="400000"/>
          </a:ln>
        </p:spPr>
        <p:txBody>
          <a:bodyPr wrap="none" lIns="45719" rIns="45719" anchor="b">
            <a:spAutoFit/>
          </a:bodyPr>
          <a:lstStyle>
            <a:lvl1pPr algn="r">
              <a:defRPr sz="900">
                <a:latin typeface="Arial Narrow"/>
                <a:ea typeface="Arial Narrow"/>
                <a:cs typeface="Arial Narrow"/>
                <a:sym typeface="Arial Narrow"/>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Lst>
  <p:transition xmlns:p14="http://schemas.microsoft.com/office/powerpoint/2010/main" spd="med" advClick="1"/>
  <p:txStyles>
    <p:titleStyle>
      <a:lvl1pPr marL="0" marR="0" indent="0" algn="l" defTabSz="914400" rtl="0" latinLnBrk="0">
        <a:lnSpc>
          <a:spcPct val="100000"/>
        </a:lnSpc>
        <a:spcBef>
          <a:spcPts val="0"/>
        </a:spcBef>
        <a:spcAft>
          <a:spcPts val="0"/>
        </a:spcAft>
        <a:buClrTx/>
        <a:buSzTx/>
        <a:buFontTx/>
        <a:buNone/>
        <a:tabLst/>
        <a:defRPr b="1" baseline="0" cap="none" i="0" spc="0" strike="noStrike" sz="2400" u="none">
          <a:solidFill>
            <a:srgbClr val="000099"/>
          </a:solidFill>
          <a:uFillTx/>
          <a:latin typeface="Arial"/>
          <a:ea typeface="Arial"/>
          <a:cs typeface="Arial"/>
          <a:sym typeface="Arial"/>
        </a:defRPr>
      </a:lvl1pPr>
      <a:lvl2pPr marL="0" marR="0" indent="0" algn="l" defTabSz="914400" rtl="0" latinLnBrk="0">
        <a:lnSpc>
          <a:spcPct val="100000"/>
        </a:lnSpc>
        <a:spcBef>
          <a:spcPts val="0"/>
        </a:spcBef>
        <a:spcAft>
          <a:spcPts val="0"/>
        </a:spcAft>
        <a:buClrTx/>
        <a:buSzTx/>
        <a:buFontTx/>
        <a:buNone/>
        <a:tabLst/>
        <a:defRPr b="1" baseline="0" cap="none" i="0" spc="0" strike="noStrike" sz="2400" u="none">
          <a:solidFill>
            <a:srgbClr val="000099"/>
          </a:solidFill>
          <a:uFillTx/>
          <a:latin typeface="Arial"/>
          <a:ea typeface="Arial"/>
          <a:cs typeface="Arial"/>
          <a:sym typeface="Arial"/>
        </a:defRPr>
      </a:lvl2pPr>
      <a:lvl3pPr marL="0" marR="0" indent="0" algn="l" defTabSz="914400" rtl="0" latinLnBrk="0">
        <a:lnSpc>
          <a:spcPct val="100000"/>
        </a:lnSpc>
        <a:spcBef>
          <a:spcPts val="0"/>
        </a:spcBef>
        <a:spcAft>
          <a:spcPts val="0"/>
        </a:spcAft>
        <a:buClrTx/>
        <a:buSzTx/>
        <a:buFontTx/>
        <a:buNone/>
        <a:tabLst/>
        <a:defRPr b="1" baseline="0" cap="none" i="0" spc="0" strike="noStrike" sz="2400" u="none">
          <a:solidFill>
            <a:srgbClr val="000099"/>
          </a:solidFill>
          <a:uFillTx/>
          <a:latin typeface="Arial"/>
          <a:ea typeface="Arial"/>
          <a:cs typeface="Arial"/>
          <a:sym typeface="Arial"/>
        </a:defRPr>
      </a:lvl3pPr>
      <a:lvl4pPr marL="0" marR="0" indent="0" algn="l" defTabSz="914400" rtl="0" latinLnBrk="0">
        <a:lnSpc>
          <a:spcPct val="100000"/>
        </a:lnSpc>
        <a:spcBef>
          <a:spcPts val="0"/>
        </a:spcBef>
        <a:spcAft>
          <a:spcPts val="0"/>
        </a:spcAft>
        <a:buClrTx/>
        <a:buSzTx/>
        <a:buFontTx/>
        <a:buNone/>
        <a:tabLst/>
        <a:defRPr b="1" baseline="0" cap="none" i="0" spc="0" strike="noStrike" sz="2400" u="none">
          <a:solidFill>
            <a:srgbClr val="000099"/>
          </a:solidFill>
          <a:uFillTx/>
          <a:latin typeface="Arial"/>
          <a:ea typeface="Arial"/>
          <a:cs typeface="Arial"/>
          <a:sym typeface="Arial"/>
        </a:defRPr>
      </a:lvl4pPr>
      <a:lvl5pPr marL="0" marR="0" indent="0" algn="l" defTabSz="914400" rtl="0" latinLnBrk="0">
        <a:lnSpc>
          <a:spcPct val="100000"/>
        </a:lnSpc>
        <a:spcBef>
          <a:spcPts val="0"/>
        </a:spcBef>
        <a:spcAft>
          <a:spcPts val="0"/>
        </a:spcAft>
        <a:buClrTx/>
        <a:buSzTx/>
        <a:buFontTx/>
        <a:buNone/>
        <a:tabLst/>
        <a:defRPr b="1" baseline="0" cap="none" i="0" spc="0" strike="noStrike" sz="2400" u="none">
          <a:solidFill>
            <a:srgbClr val="000099"/>
          </a:solidFill>
          <a:uFillTx/>
          <a:latin typeface="Arial"/>
          <a:ea typeface="Arial"/>
          <a:cs typeface="Arial"/>
          <a:sym typeface="Arial"/>
        </a:defRPr>
      </a:lvl5pPr>
      <a:lvl6pPr marL="0" marR="0" indent="457200" algn="l" defTabSz="914400" rtl="0" latinLnBrk="0">
        <a:lnSpc>
          <a:spcPct val="100000"/>
        </a:lnSpc>
        <a:spcBef>
          <a:spcPts val="0"/>
        </a:spcBef>
        <a:spcAft>
          <a:spcPts val="0"/>
        </a:spcAft>
        <a:buClrTx/>
        <a:buSzTx/>
        <a:buFontTx/>
        <a:buNone/>
        <a:tabLst/>
        <a:defRPr b="1" baseline="0" cap="none" i="0" spc="0" strike="noStrike" sz="2400" u="none">
          <a:solidFill>
            <a:srgbClr val="000099"/>
          </a:solidFill>
          <a:uFillTx/>
          <a:latin typeface="Arial"/>
          <a:ea typeface="Arial"/>
          <a:cs typeface="Arial"/>
          <a:sym typeface="Arial"/>
        </a:defRPr>
      </a:lvl6pPr>
      <a:lvl7pPr marL="0" marR="0" indent="914400" algn="l" defTabSz="914400" rtl="0" latinLnBrk="0">
        <a:lnSpc>
          <a:spcPct val="100000"/>
        </a:lnSpc>
        <a:spcBef>
          <a:spcPts val="0"/>
        </a:spcBef>
        <a:spcAft>
          <a:spcPts val="0"/>
        </a:spcAft>
        <a:buClrTx/>
        <a:buSzTx/>
        <a:buFontTx/>
        <a:buNone/>
        <a:tabLst/>
        <a:defRPr b="1" baseline="0" cap="none" i="0" spc="0" strike="noStrike" sz="2400" u="none">
          <a:solidFill>
            <a:srgbClr val="000099"/>
          </a:solidFill>
          <a:uFillTx/>
          <a:latin typeface="Arial"/>
          <a:ea typeface="Arial"/>
          <a:cs typeface="Arial"/>
          <a:sym typeface="Arial"/>
        </a:defRPr>
      </a:lvl7pPr>
      <a:lvl8pPr marL="0" marR="0" indent="1371600" algn="l" defTabSz="914400" rtl="0" latinLnBrk="0">
        <a:lnSpc>
          <a:spcPct val="100000"/>
        </a:lnSpc>
        <a:spcBef>
          <a:spcPts val="0"/>
        </a:spcBef>
        <a:spcAft>
          <a:spcPts val="0"/>
        </a:spcAft>
        <a:buClrTx/>
        <a:buSzTx/>
        <a:buFontTx/>
        <a:buNone/>
        <a:tabLst/>
        <a:defRPr b="1" baseline="0" cap="none" i="0" spc="0" strike="noStrike" sz="2400" u="none">
          <a:solidFill>
            <a:srgbClr val="000099"/>
          </a:solidFill>
          <a:uFillTx/>
          <a:latin typeface="Arial"/>
          <a:ea typeface="Arial"/>
          <a:cs typeface="Arial"/>
          <a:sym typeface="Arial"/>
        </a:defRPr>
      </a:lvl8pPr>
      <a:lvl9pPr marL="0" marR="0" indent="1828800" algn="l" defTabSz="914400" rtl="0" latinLnBrk="0">
        <a:lnSpc>
          <a:spcPct val="100000"/>
        </a:lnSpc>
        <a:spcBef>
          <a:spcPts val="0"/>
        </a:spcBef>
        <a:spcAft>
          <a:spcPts val="0"/>
        </a:spcAft>
        <a:buClrTx/>
        <a:buSzTx/>
        <a:buFontTx/>
        <a:buNone/>
        <a:tabLst/>
        <a:defRPr b="1" baseline="0" cap="none" i="0" spc="0" strike="noStrike" sz="2400" u="none">
          <a:solidFill>
            <a:srgbClr val="000099"/>
          </a:solidFill>
          <a:uFillTx/>
          <a:latin typeface="Arial"/>
          <a:ea typeface="Arial"/>
          <a:cs typeface="Arial"/>
          <a:sym typeface="Arial"/>
        </a:defRPr>
      </a:lvl9pPr>
    </p:titleStyle>
    <p:bodyStyle>
      <a:lvl1pPr marL="0" marR="0" indent="0" algn="l" defTabSz="914400" rtl="0" latinLnBrk="0">
        <a:lnSpc>
          <a:spcPct val="100000"/>
        </a:lnSpc>
        <a:spcBef>
          <a:spcPts val="400"/>
        </a:spcBef>
        <a:spcAft>
          <a:spcPts val="0"/>
        </a:spcAft>
        <a:buClrTx/>
        <a:buSzTx/>
        <a:buFontTx/>
        <a:buNone/>
        <a:tabLst/>
        <a:defRPr b="0" baseline="0" cap="none" i="0" spc="0" strike="noStrike" sz="2000" u="none">
          <a:solidFill>
            <a:srgbClr val="000000"/>
          </a:solidFill>
          <a:uFillTx/>
          <a:latin typeface="Arial"/>
          <a:ea typeface="Arial"/>
          <a:cs typeface="Arial"/>
          <a:sym typeface="Arial"/>
        </a:defRPr>
      </a:lvl1pPr>
      <a:lvl2pPr marL="0" marR="0" indent="457200" algn="l" defTabSz="914400" rtl="0" latinLnBrk="0">
        <a:lnSpc>
          <a:spcPct val="100000"/>
        </a:lnSpc>
        <a:spcBef>
          <a:spcPts val="400"/>
        </a:spcBef>
        <a:spcAft>
          <a:spcPts val="0"/>
        </a:spcAft>
        <a:buClrTx/>
        <a:buSzTx/>
        <a:buFontTx/>
        <a:buNone/>
        <a:tabLst/>
        <a:defRPr b="0" baseline="0" cap="none" i="0" spc="0" strike="noStrike" sz="2000" u="none">
          <a:solidFill>
            <a:srgbClr val="000000"/>
          </a:solidFill>
          <a:uFillTx/>
          <a:latin typeface="Arial"/>
          <a:ea typeface="Arial"/>
          <a:cs typeface="Arial"/>
          <a:sym typeface="Arial"/>
        </a:defRPr>
      </a:lvl2pPr>
      <a:lvl3pPr marL="0" marR="0" indent="914400" algn="l" defTabSz="914400" rtl="0" latinLnBrk="0">
        <a:lnSpc>
          <a:spcPct val="100000"/>
        </a:lnSpc>
        <a:spcBef>
          <a:spcPts val="400"/>
        </a:spcBef>
        <a:spcAft>
          <a:spcPts val="0"/>
        </a:spcAft>
        <a:buClrTx/>
        <a:buSzTx/>
        <a:buFontTx/>
        <a:buNone/>
        <a:tabLst/>
        <a:defRPr b="0" baseline="0" cap="none" i="0" spc="0" strike="noStrike" sz="2000" u="none">
          <a:solidFill>
            <a:srgbClr val="000000"/>
          </a:solidFill>
          <a:uFillTx/>
          <a:latin typeface="Arial"/>
          <a:ea typeface="Arial"/>
          <a:cs typeface="Arial"/>
          <a:sym typeface="Arial"/>
        </a:defRPr>
      </a:lvl3pPr>
      <a:lvl4pPr marL="0" marR="0" indent="1371600" algn="l" defTabSz="914400" rtl="0" latinLnBrk="0">
        <a:lnSpc>
          <a:spcPct val="100000"/>
        </a:lnSpc>
        <a:spcBef>
          <a:spcPts val="400"/>
        </a:spcBef>
        <a:spcAft>
          <a:spcPts val="0"/>
        </a:spcAft>
        <a:buClrTx/>
        <a:buSzTx/>
        <a:buFontTx/>
        <a:buNone/>
        <a:tabLst/>
        <a:defRPr b="0" baseline="0" cap="none" i="0" spc="0" strike="noStrike" sz="2000" u="none">
          <a:solidFill>
            <a:srgbClr val="000000"/>
          </a:solidFill>
          <a:uFillTx/>
          <a:latin typeface="Arial"/>
          <a:ea typeface="Arial"/>
          <a:cs typeface="Arial"/>
          <a:sym typeface="Arial"/>
        </a:defRPr>
      </a:lvl4pPr>
      <a:lvl5pPr marL="0" marR="0" indent="1828800" algn="l" defTabSz="914400" rtl="0" latinLnBrk="0">
        <a:lnSpc>
          <a:spcPct val="100000"/>
        </a:lnSpc>
        <a:spcBef>
          <a:spcPts val="400"/>
        </a:spcBef>
        <a:spcAft>
          <a:spcPts val="0"/>
        </a:spcAft>
        <a:buClrTx/>
        <a:buSzTx/>
        <a:buFontTx/>
        <a:buNone/>
        <a:tabLst/>
        <a:defRPr b="0" baseline="0" cap="none" i="0" spc="0" strike="noStrike" sz="2000" u="none">
          <a:solidFill>
            <a:srgbClr val="000000"/>
          </a:solidFill>
          <a:uFillTx/>
          <a:latin typeface="Arial"/>
          <a:ea typeface="Arial"/>
          <a:cs typeface="Arial"/>
          <a:sym typeface="Arial"/>
        </a:defRPr>
      </a:lvl5pPr>
      <a:lvl6pPr marL="2514600" marR="0" indent="-228600" algn="l" defTabSz="914400" rtl="0" latinLnBrk="0">
        <a:lnSpc>
          <a:spcPct val="100000"/>
        </a:lnSpc>
        <a:spcBef>
          <a:spcPts val="400"/>
        </a:spcBef>
        <a:spcAft>
          <a:spcPts val="0"/>
        </a:spcAft>
        <a:buClrTx/>
        <a:buSzPct val="100000"/>
        <a:buFontTx/>
        <a:buChar char="»"/>
        <a:tabLst/>
        <a:defRPr b="0" baseline="0" cap="none" i="0" spc="0" strike="noStrike" sz="2000" u="none">
          <a:solidFill>
            <a:srgbClr val="000000"/>
          </a:solidFill>
          <a:uFillTx/>
          <a:latin typeface="Arial"/>
          <a:ea typeface="Arial"/>
          <a:cs typeface="Arial"/>
          <a:sym typeface="Arial"/>
        </a:defRPr>
      </a:lvl6pPr>
      <a:lvl7pPr marL="2971800" marR="0" indent="-228600" algn="l" defTabSz="914400" rtl="0" latinLnBrk="0">
        <a:lnSpc>
          <a:spcPct val="100000"/>
        </a:lnSpc>
        <a:spcBef>
          <a:spcPts val="400"/>
        </a:spcBef>
        <a:spcAft>
          <a:spcPts val="0"/>
        </a:spcAft>
        <a:buClrTx/>
        <a:buSzPct val="100000"/>
        <a:buFontTx/>
        <a:buChar char="»"/>
        <a:tabLst/>
        <a:defRPr b="0" baseline="0" cap="none" i="0" spc="0" strike="noStrike" sz="2000" u="none">
          <a:solidFill>
            <a:srgbClr val="000000"/>
          </a:solidFill>
          <a:uFillTx/>
          <a:latin typeface="Arial"/>
          <a:ea typeface="Arial"/>
          <a:cs typeface="Arial"/>
          <a:sym typeface="Arial"/>
        </a:defRPr>
      </a:lvl7pPr>
      <a:lvl8pPr marL="3429000" marR="0" indent="-228600" algn="l" defTabSz="914400" rtl="0" latinLnBrk="0">
        <a:lnSpc>
          <a:spcPct val="100000"/>
        </a:lnSpc>
        <a:spcBef>
          <a:spcPts val="400"/>
        </a:spcBef>
        <a:spcAft>
          <a:spcPts val="0"/>
        </a:spcAft>
        <a:buClrTx/>
        <a:buSzPct val="100000"/>
        <a:buFontTx/>
        <a:buChar char="»"/>
        <a:tabLst/>
        <a:defRPr b="0" baseline="0" cap="none" i="0" spc="0" strike="noStrike" sz="2000" u="none">
          <a:solidFill>
            <a:srgbClr val="000000"/>
          </a:solidFill>
          <a:uFillTx/>
          <a:latin typeface="Arial"/>
          <a:ea typeface="Arial"/>
          <a:cs typeface="Arial"/>
          <a:sym typeface="Arial"/>
        </a:defRPr>
      </a:lvl8pPr>
      <a:lvl9pPr marL="3886200" marR="0" indent="-228600" algn="l" defTabSz="914400" rtl="0" latinLnBrk="0">
        <a:lnSpc>
          <a:spcPct val="100000"/>
        </a:lnSpc>
        <a:spcBef>
          <a:spcPts val="400"/>
        </a:spcBef>
        <a:spcAft>
          <a:spcPts val="0"/>
        </a:spcAft>
        <a:buClrTx/>
        <a:buSzPct val="100000"/>
        <a:buFontTx/>
        <a:buChar char="»"/>
        <a:tabLst/>
        <a:defRPr b="0" baseline="0" cap="none" i="0" spc="0" strike="noStrike" sz="2000" u="none">
          <a:solidFill>
            <a:srgbClr val="000000"/>
          </a:solidFill>
          <a:uFillTx/>
          <a:latin typeface="Arial"/>
          <a:ea typeface="Arial"/>
          <a:cs typeface="Arial"/>
          <a:sym typeface="Arial"/>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900" u="none">
          <a:solidFill>
            <a:schemeClr val="tx1"/>
          </a:solidFill>
          <a:uFillTx/>
          <a:latin typeface="+mn-lt"/>
          <a:ea typeface="+mn-ea"/>
          <a:cs typeface="+mn-cs"/>
          <a:sym typeface="Arial Narrow"/>
        </a:defRPr>
      </a:lvl1pPr>
      <a:lvl2pPr marL="0" marR="0" indent="457200" algn="r" defTabSz="914400" rtl="0" latinLnBrk="0">
        <a:lnSpc>
          <a:spcPct val="100000"/>
        </a:lnSpc>
        <a:spcBef>
          <a:spcPts val="0"/>
        </a:spcBef>
        <a:spcAft>
          <a:spcPts val="0"/>
        </a:spcAft>
        <a:buClrTx/>
        <a:buSzTx/>
        <a:buFontTx/>
        <a:buNone/>
        <a:tabLst/>
        <a:defRPr b="0" baseline="0" cap="none" i="0" spc="0" strike="noStrike" sz="900" u="none">
          <a:solidFill>
            <a:schemeClr val="tx1"/>
          </a:solidFill>
          <a:uFillTx/>
          <a:latin typeface="+mn-lt"/>
          <a:ea typeface="+mn-ea"/>
          <a:cs typeface="+mn-cs"/>
          <a:sym typeface="Arial Narrow"/>
        </a:defRPr>
      </a:lvl2pPr>
      <a:lvl3pPr marL="0" marR="0" indent="914400" algn="r" defTabSz="914400" rtl="0" latinLnBrk="0">
        <a:lnSpc>
          <a:spcPct val="100000"/>
        </a:lnSpc>
        <a:spcBef>
          <a:spcPts val="0"/>
        </a:spcBef>
        <a:spcAft>
          <a:spcPts val="0"/>
        </a:spcAft>
        <a:buClrTx/>
        <a:buSzTx/>
        <a:buFontTx/>
        <a:buNone/>
        <a:tabLst/>
        <a:defRPr b="0" baseline="0" cap="none" i="0" spc="0" strike="noStrike" sz="900" u="none">
          <a:solidFill>
            <a:schemeClr val="tx1"/>
          </a:solidFill>
          <a:uFillTx/>
          <a:latin typeface="+mn-lt"/>
          <a:ea typeface="+mn-ea"/>
          <a:cs typeface="+mn-cs"/>
          <a:sym typeface="Arial Narrow"/>
        </a:defRPr>
      </a:lvl3pPr>
      <a:lvl4pPr marL="0" marR="0" indent="1371600" algn="r" defTabSz="914400" rtl="0" latinLnBrk="0">
        <a:lnSpc>
          <a:spcPct val="100000"/>
        </a:lnSpc>
        <a:spcBef>
          <a:spcPts val="0"/>
        </a:spcBef>
        <a:spcAft>
          <a:spcPts val="0"/>
        </a:spcAft>
        <a:buClrTx/>
        <a:buSzTx/>
        <a:buFontTx/>
        <a:buNone/>
        <a:tabLst/>
        <a:defRPr b="0" baseline="0" cap="none" i="0" spc="0" strike="noStrike" sz="900" u="none">
          <a:solidFill>
            <a:schemeClr val="tx1"/>
          </a:solidFill>
          <a:uFillTx/>
          <a:latin typeface="+mn-lt"/>
          <a:ea typeface="+mn-ea"/>
          <a:cs typeface="+mn-cs"/>
          <a:sym typeface="Arial Narrow"/>
        </a:defRPr>
      </a:lvl4pPr>
      <a:lvl5pPr marL="0" marR="0" indent="1828800" algn="r" defTabSz="914400" rtl="0" latinLnBrk="0">
        <a:lnSpc>
          <a:spcPct val="100000"/>
        </a:lnSpc>
        <a:spcBef>
          <a:spcPts val="0"/>
        </a:spcBef>
        <a:spcAft>
          <a:spcPts val="0"/>
        </a:spcAft>
        <a:buClrTx/>
        <a:buSzTx/>
        <a:buFontTx/>
        <a:buNone/>
        <a:tabLst/>
        <a:defRPr b="0" baseline="0" cap="none" i="0" spc="0" strike="noStrike" sz="900" u="none">
          <a:solidFill>
            <a:schemeClr val="tx1"/>
          </a:solidFill>
          <a:uFillTx/>
          <a:latin typeface="+mn-lt"/>
          <a:ea typeface="+mn-ea"/>
          <a:cs typeface="+mn-cs"/>
          <a:sym typeface="Arial Narrow"/>
        </a:defRPr>
      </a:lvl5pPr>
      <a:lvl6pPr marL="0" marR="0" indent="2286000" algn="r" defTabSz="914400" rtl="0" latinLnBrk="0">
        <a:lnSpc>
          <a:spcPct val="100000"/>
        </a:lnSpc>
        <a:spcBef>
          <a:spcPts val="0"/>
        </a:spcBef>
        <a:spcAft>
          <a:spcPts val="0"/>
        </a:spcAft>
        <a:buClrTx/>
        <a:buSzTx/>
        <a:buFontTx/>
        <a:buNone/>
        <a:tabLst/>
        <a:defRPr b="0" baseline="0" cap="none" i="0" spc="0" strike="noStrike" sz="900" u="none">
          <a:solidFill>
            <a:schemeClr val="tx1"/>
          </a:solidFill>
          <a:uFillTx/>
          <a:latin typeface="+mn-lt"/>
          <a:ea typeface="+mn-ea"/>
          <a:cs typeface="+mn-cs"/>
          <a:sym typeface="Arial Narrow"/>
        </a:defRPr>
      </a:lvl6pPr>
      <a:lvl7pPr marL="0" marR="0" indent="2743200" algn="r" defTabSz="914400" rtl="0" latinLnBrk="0">
        <a:lnSpc>
          <a:spcPct val="100000"/>
        </a:lnSpc>
        <a:spcBef>
          <a:spcPts val="0"/>
        </a:spcBef>
        <a:spcAft>
          <a:spcPts val="0"/>
        </a:spcAft>
        <a:buClrTx/>
        <a:buSzTx/>
        <a:buFontTx/>
        <a:buNone/>
        <a:tabLst/>
        <a:defRPr b="0" baseline="0" cap="none" i="0" spc="0" strike="noStrike" sz="900" u="none">
          <a:solidFill>
            <a:schemeClr val="tx1"/>
          </a:solidFill>
          <a:uFillTx/>
          <a:latin typeface="+mn-lt"/>
          <a:ea typeface="+mn-ea"/>
          <a:cs typeface="+mn-cs"/>
          <a:sym typeface="Arial Narrow"/>
        </a:defRPr>
      </a:lvl7pPr>
      <a:lvl8pPr marL="0" marR="0" indent="3200400" algn="r" defTabSz="914400" rtl="0" latinLnBrk="0">
        <a:lnSpc>
          <a:spcPct val="100000"/>
        </a:lnSpc>
        <a:spcBef>
          <a:spcPts val="0"/>
        </a:spcBef>
        <a:spcAft>
          <a:spcPts val="0"/>
        </a:spcAft>
        <a:buClrTx/>
        <a:buSzTx/>
        <a:buFontTx/>
        <a:buNone/>
        <a:tabLst/>
        <a:defRPr b="0" baseline="0" cap="none" i="0" spc="0" strike="noStrike" sz="900" u="none">
          <a:solidFill>
            <a:schemeClr val="tx1"/>
          </a:solidFill>
          <a:uFillTx/>
          <a:latin typeface="+mn-lt"/>
          <a:ea typeface="+mn-ea"/>
          <a:cs typeface="+mn-cs"/>
          <a:sym typeface="Arial Narrow"/>
        </a:defRPr>
      </a:lvl8pPr>
      <a:lvl9pPr marL="0" marR="0" indent="3657600" algn="r" defTabSz="914400" rtl="0" latinLnBrk="0">
        <a:lnSpc>
          <a:spcPct val="100000"/>
        </a:lnSpc>
        <a:spcBef>
          <a:spcPts val="0"/>
        </a:spcBef>
        <a:spcAft>
          <a:spcPts val="0"/>
        </a:spcAft>
        <a:buClrTx/>
        <a:buSzTx/>
        <a:buFontTx/>
        <a:buNone/>
        <a:tabLst/>
        <a:defRPr b="0" baseline="0" cap="none" i="0" spc="0" strike="noStrike" sz="900" u="none">
          <a:solidFill>
            <a:schemeClr val="tx1"/>
          </a:solidFill>
          <a:uFillTx/>
          <a:latin typeface="+mn-lt"/>
          <a:ea typeface="+mn-ea"/>
          <a:cs typeface="+mn-cs"/>
          <a:sym typeface="Arial Narrow"/>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5.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6.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9.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12.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6.png"/></Relationships>

</file>

<file path=ppt/slides/_rels/slide13.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15.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7.png"/></Relationships>

</file>

<file path=ppt/slides/_rels/slide16.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7.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8.png"/></Relationships>

</file>

<file path=ppt/slides/_rels/slide1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9.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20.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9.png"/></Relationships>

</file>

<file path=ppt/slides/_rels/slide21.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image" Target="../media/image10.png"/></Relationships>

</file>

<file path=ppt/slides/_rels/slide22.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1.png"/></Relationships>

</file>

<file path=ppt/slides/_rels/slide23.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24.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2.png"/></Relationships>

</file>

<file path=ppt/slides/_rels/slide25.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 Id="rId3" Type="http://schemas.openxmlformats.org/officeDocument/2006/relationships/image" Target="../media/image13.png"/></Relationships>

</file>

<file path=ppt/slides/_rels/slide2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2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28.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14.png"/></Relationships>

</file>

<file path=ppt/slides/_rels/slide2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30.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5.png"/></Relationships>

</file>

<file path=ppt/slides/_rels/slide31.xml.rels><?xml version="1.0" encoding="UTF-8"?>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 Id="rId3" Type="http://schemas.openxmlformats.org/officeDocument/2006/relationships/image" Target="../media/image16.png"/></Relationships>

</file>

<file path=ppt/slides/_rels/slide32.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 Id="rId3" Type="http://schemas.openxmlformats.org/officeDocument/2006/relationships/image" Target="../media/image17.png"/></Relationships>

</file>

<file path=ppt/slides/_rels/slide3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3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36.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8.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4" name="Footer Placeholder 2"/>
          <p:cNvSpPr txBox="1"/>
          <p:nvPr/>
        </p:nvSpPr>
        <p:spPr>
          <a:xfrm>
            <a:off x="121920" y="6537959"/>
            <a:ext cx="2651761" cy="167641"/>
          </a:xfrm>
          <a:prstGeom prst="rect">
            <a:avLst/>
          </a:prstGeom>
          <a:ln w="12700">
            <a:miter lim="400000"/>
          </a:ln>
          <a:extLst>
            <a:ext uri="{C572A759-6A51-4108-AA02-DFA0A04FC94B}">
              <ma14:wrappingTextBoxFlag xmlns:ma14="http://schemas.microsoft.com/office/mac/drawingml/2011/main" val="1"/>
            </a:ext>
          </a:extLst>
        </p:spPr>
        <p:txBody>
          <a:bodyPr lIns="45719" rIns="45719" anchor="b">
            <a:spAutoFit/>
          </a:bodyPr>
          <a:lstStyle>
            <a:lvl1pPr algn="ctr">
              <a:defRPr sz="500">
                <a:solidFill>
                  <a:schemeClr val="accent3">
                    <a:lumOff val="44000"/>
                  </a:schemeClr>
                </a:solidFill>
                <a:latin typeface="Arial Narrow"/>
                <a:ea typeface="Arial Narrow"/>
                <a:cs typeface="Arial Narrow"/>
                <a:sym typeface="Arial Narrow"/>
              </a:defRPr>
            </a:lvl1pPr>
          </a:lstStyle>
          <a:p>
            <a:pPr/>
            <a:r>
              <a:t>© 2022, Mike Murach &amp; Associates, Inc.</a:t>
            </a:r>
          </a:p>
        </p:txBody>
      </p:sp>
      <p:sp>
        <p:nvSpPr>
          <p:cNvPr id="165" name="Title 4"/>
          <p:cNvSpPr txBox="1"/>
          <p:nvPr>
            <p:ph type="title"/>
          </p:nvPr>
        </p:nvSpPr>
        <p:spPr>
          <a:prstGeom prst="rect">
            <a:avLst/>
          </a:prstGeom>
        </p:spPr>
        <p:txBody>
          <a:bodyPr/>
          <a:lstStyle/>
          <a:p>
            <a:pPr/>
            <a:r>
              <a:t>Chapter 3</a:t>
            </a:r>
          </a:p>
        </p:txBody>
      </p:sp>
      <p:sp>
        <p:nvSpPr>
          <p:cNvPr id="166" name="Text Placeholder 5"/>
          <p:cNvSpPr txBox="1"/>
          <p:nvPr>
            <p:ph type="body" sz="half" idx="1"/>
          </p:nvPr>
        </p:nvSpPr>
        <p:spPr>
          <a:xfrm>
            <a:off x="914400" y="2209800"/>
            <a:ext cx="7315200" cy="2971800"/>
          </a:xfrm>
          <a:prstGeom prst="rect">
            <a:avLst/>
          </a:prstGeom>
        </p:spPr>
        <p:txBody>
          <a:bodyPr/>
          <a:lstStyle/>
          <a:p>
            <a:pPr>
              <a:spcBef>
                <a:spcPts val="2400"/>
              </a:spcBef>
              <a:tabLst>
                <a:tab pos="1371600" algn="l"/>
              </a:tabLst>
            </a:pPr>
            <a:r>
              <a:t>How to use HTML</a:t>
            </a:r>
            <a:br/>
            <a:r>
              <a:t>to structure a web page</a:t>
            </a:r>
          </a:p>
        </p:txBody>
      </p:sp>
      <p:sp>
        <p:nvSpPr>
          <p:cNvPr id="167" name="Date Placeholder 1"/>
          <p:cNvSpPr txBox="1"/>
          <p:nvPr/>
        </p:nvSpPr>
        <p:spPr>
          <a:xfrm>
            <a:off x="2788920" y="6347460"/>
            <a:ext cx="3566160" cy="358141"/>
          </a:xfrm>
          <a:prstGeom prst="rect">
            <a:avLst/>
          </a:prstGeom>
          <a:ln w="12700">
            <a:miter lim="400000"/>
          </a:ln>
          <a:extLst>
            <a:ext uri="{C572A759-6A51-4108-AA02-DFA0A04FC94B}">
              <ma14:wrappingTextBoxFlag xmlns:ma14="http://schemas.microsoft.com/office/mac/drawingml/2011/main" val="1"/>
            </a:ext>
          </a:extLst>
        </p:spPr>
        <p:txBody>
          <a:bodyPr lIns="45719" rIns="45719" anchor="b">
            <a:spAutoFit/>
          </a:bodyPr>
          <a:lstStyle>
            <a:lvl1pPr algn="ctr">
              <a:defRPr b="1" i="1" sz="1800">
                <a:solidFill>
                  <a:schemeClr val="accent3">
                    <a:lumOff val="44000"/>
                  </a:schemeClr>
                </a:solidFill>
                <a:latin typeface="Arial Narrow"/>
                <a:ea typeface="Arial Narrow"/>
                <a:cs typeface="Arial Narrow"/>
                <a:sym typeface="Arial Narrow"/>
              </a:defRPr>
            </a:lvl1pPr>
          </a:lstStyle>
          <a:p>
            <a:pPr/>
            <a:r>
              <a:t>Murach's HTML and CSS, 5th Edition</a:t>
            </a:r>
          </a:p>
        </p:txBody>
      </p:sp>
      <p:sp>
        <p:nvSpPr>
          <p:cNvPr id="168" name="Slide Number Placeholder 3"/>
          <p:cNvSpPr txBox="1"/>
          <p:nvPr>
            <p:ph type="sldNum" sz="quarter" idx="2"/>
          </p:nvPr>
        </p:nvSpPr>
        <p:spPr>
          <a:xfrm>
            <a:off x="6629400" y="6418513"/>
            <a:ext cx="193040" cy="287087"/>
          </a:xfrm>
          <a:prstGeom prst="rect">
            <a:avLst/>
          </a:prstGeom>
          <a:extLst>
            <a:ext uri="{C572A759-6A51-4108-AA02-DFA0A04FC94B}">
              <ma14:wrappingTextBoxFlag xmlns:ma14="http://schemas.microsoft.com/office/mac/drawingml/2011/main" val="1"/>
            </a:ext>
          </a:extLst>
        </p:spPr>
        <p:txBody>
          <a:bodyPr/>
          <a:lstStyle>
            <a:lvl1pPr algn="l">
              <a:defRPr sz="1400">
                <a:latin typeface="+mn-lt"/>
                <a:ea typeface="+mn-ea"/>
                <a:cs typeface="+mn-cs"/>
                <a:sym typeface="Times New Roman"/>
              </a:defRPr>
            </a:lvl1pPr>
          </a:lstStyle>
          <a:p>
            <a:pPr/>
            <a:fld id="{86CB4B4D-7CA3-9044-876B-883B54F8677D}" type="slidenum"/>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0" name="Footer Placeholder 4"/>
          <p:cNvSpPr txBox="1"/>
          <p:nvPr/>
        </p:nvSpPr>
        <p:spPr>
          <a:xfrm>
            <a:off x="121920" y="6537959"/>
            <a:ext cx="2651761" cy="167641"/>
          </a:xfrm>
          <a:prstGeom prst="rect">
            <a:avLst/>
          </a:prstGeom>
          <a:ln w="12700">
            <a:miter lim="400000"/>
          </a:ln>
          <a:extLst>
            <a:ext uri="{C572A759-6A51-4108-AA02-DFA0A04FC94B}">
              <ma14:wrappingTextBoxFlag xmlns:ma14="http://schemas.microsoft.com/office/mac/drawingml/2011/main" val="1"/>
            </a:ext>
          </a:extLst>
        </p:spPr>
        <p:txBody>
          <a:bodyPr lIns="45719" rIns="45719" anchor="b">
            <a:spAutoFit/>
          </a:bodyPr>
          <a:lstStyle>
            <a:lvl1pPr algn="ctr">
              <a:defRPr sz="500">
                <a:solidFill>
                  <a:schemeClr val="accent3">
                    <a:lumOff val="44000"/>
                  </a:schemeClr>
                </a:solidFill>
                <a:latin typeface="Arial Narrow"/>
                <a:ea typeface="Arial Narrow"/>
                <a:cs typeface="Arial Narrow"/>
                <a:sym typeface="Arial Narrow"/>
              </a:defRPr>
            </a:lvl1pPr>
          </a:lstStyle>
          <a:p>
            <a:pPr/>
            <a:r>
              <a:t>© 2022, Mike Murach &amp; Associates, Inc.</a:t>
            </a:r>
          </a:p>
        </p:txBody>
      </p:sp>
      <p:sp>
        <p:nvSpPr>
          <p:cNvPr id="171" name="Title 1"/>
          <p:cNvSpPr txBox="1"/>
          <p:nvPr>
            <p:ph type="title"/>
          </p:nvPr>
        </p:nvSpPr>
        <p:spPr>
          <a:prstGeom prst="rect">
            <a:avLst/>
          </a:prstGeom>
        </p:spPr>
        <p:txBody>
          <a:bodyPr/>
          <a:lstStyle>
            <a:lvl1pPr>
              <a:spcBef>
                <a:spcPts val="600"/>
              </a:spcBef>
              <a:tabLst>
                <a:tab pos="1371600" algn="l"/>
              </a:tabLst>
            </a:lvl1pPr>
          </a:lstStyle>
          <a:p>
            <a:pPr/>
            <a:r>
              <a:t>Objectives</a:t>
            </a:r>
          </a:p>
        </p:txBody>
      </p:sp>
      <p:sp>
        <p:nvSpPr>
          <p:cNvPr id="172" name="Text Placeholder 2"/>
          <p:cNvSpPr txBox="1"/>
          <p:nvPr>
            <p:ph type="body" idx="1"/>
          </p:nvPr>
        </p:nvSpPr>
        <p:spPr>
          <a:xfrm>
            <a:off x="838200" y="1066800"/>
            <a:ext cx="7467600" cy="4876800"/>
          </a:xfrm>
          <a:prstGeom prst="rect">
            <a:avLst/>
          </a:prstGeom>
        </p:spPr>
        <p:txBody>
          <a:bodyPr/>
          <a:lstStyle/>
          <a:p>
            <a:pPr>
              <a:spcBef>
                <a:spcPts val="1500"/>
              </a:spcBef>
              <a:tabLst>
                <a:tab pos="1371600" algn="l"/>
              </a:tabLst>
              <a:defRPr b="1"/>
            </a:pPr>
            <a:r>
              <a:t>Applied</a:t>
            </a:r>
          </a:p>
          <a:p>
            <a:pPr marL="342900" marR="274320" indent="-342900">
              <a:spcBef>
                <a:spcPts val="600"/>
              </a:spcBef>
              <a:buSzPct val="100000"/>
              <a:buAutoNum type="arabicPeriod" startAt="1"/>
              <a:tabLst>
                <a:tab pos="342900" algn="l"/>
                <a:tab pos="355600" algn="l"/>
              </a:tabLst>
              <a:defRPr spc="-100">
                <a:latin typeface="+mn-lt"/>
                <a:ea typeface="+mn-ea"/>
                <a:cs typeface="+mn-cs"/>
                <a:sym typeface="Times New Roman"/>
              </a:defRPr>
            </a:pPr>
            <a:r>
              <a:t>Code a properly structured HTML web page using the semantic elements and any of the other elements that are presented in this chapter.</a:t>
            </a:r>
          </a:p>
          <a:p>
            <a:pPr marL="342900" marR="274320" indent="-342900">
              <a:spcBef>
                <a:spcPts val="600"/>
              </a:spcBef>
              <a:buSzPct val="100000"/>
              <a:buAutoNum type="arabicPeriod" startAt="1"/>
              <a:tabLst>
                <a:tab pos="342900" algn="l"/>
                <a:tab pos="355600" algn="l"/>
              </a:tabLst>
              <a:defRPr spc="-100">
                <a:latin typeface="+mn-lt"/>
                <a:ea typeface="+mn-ea"/>
                <a:cs typeface="+mn-cs"/>
                <a:sym typeface="Times New Roman"/>
              </a:defRPr>
            </a:pPr>
            <a:r>
              <a:t>Given the folder structure for a website, code a relative URL that refers to any file in that structure.</a:t>
            </a:r>
          </a:p>
          <a:p>
            <a:pPr>
              <a:spcBef>
                <a:spcPts val="1500"/>
              </a:spcBef>
              <a:tabLst>
                <a:tab pos="1371600" algn="l"/>
              </a:tabLst>
              <a:defRPr b="1"/>
            </a:pPr>
            <a:r>
              <a:t>Knowledge</a:t>
            </a:r>
          </a:p>
          <a:p>
            <a:pPr marL="342900" marR="274320" indent="-342900">
              <a:spcBef>
                <a:spcPts val="600"/>
              </a:spcBef>
              <a:buSzPct val="100000"/>
              <a:buAutoNum type="arabicPeriod" startAt="1"/>
              <a:tabLst>
                <a:tab pos="342900" algn="l"/>
                <a:tab pos="355600" algn="l"/>
              </a:tabLst>
              <a:defRPr spc="-100">
                <a:latin typeface="+mn-lt"/>
                <a:ea typeface="+mn-ea"/>
                <a:cs typeface="+mn-cs"/>
                <a:sym typeface="Times New Roman"/>
              </a:defRPr>
            </a:pPr>
            <a:r>
              <a:t>Describe the use of the title and meta elements in the head section of an HTML document.</a:t>
            </a:r>
          </a:p>
          <a:p>
            <a:pPr marL="342900" marR="274320" indent="-342900">
              <a:spcBef>
                <a:spcPts val="600"/>
              </a:spcBef>
              <a:buSzPct val="100000"/>
              <a:buAutoNum type="arabicPeriod" startAt="1"/>
              <a:tabLst>
                <a:tab pos="342900" algn="l"/>
                <a:tab pos="355600" algn="l"/>
              </a:tabLst>
              <a:defRPr spc="-100">
                <a:latin typeface="+mn-lt"/>
                <a:ea typeface="+mn-ea"/>
                <a:cs typeface="+mn-cs"/>
                <a:sym typeface="Times New Roman"/>
              </a:defRPr>
            </a:pPr>
            <a:r>
              <a:t>Distinguish between a block element and an inline element.</a:t>
            </a:r>
          </a:p>
          <a:p>
            <a:pPr marL="342900" marR="274320" indent="-342900">
              <a:spcBef>
                <a:spcPts val="600"/>
              </a:spcBef>
              <a:buSzPct val="100000"/>
              <a:buAutoNum type="arabicPeriod" startAt="1"/>
              <a:tabLst>
                <a:tab pos="342900" algn="l"/>
                <a:tab pos="355600" algn="l"/>
              </a:tabLst>
              <a:defRPr spc="-100">
                <a:latin typeface="+mn-lt"/>
                <a:ea typeface="+mn-ea"/>
                <a:cs typeface="+mn-cs"/>
                <a:sym typeface="Times New Roman"/>
              </a:defRPr>
            </a:pPr>
            <a:r>
              <a:t>Describe the use of these block elements: h1, h2, h3, and p.</a:t>
            </a:r>
          </a:p>
          <a:p>
            <a:pPr marL="342900" marR="274320" indent="-342900">
              <a:spcBef>
                <a:spcPts val="600"/>
              </a:spcBef>
              <a:buSzPct val="100000"/>
              <a:buAutoNum type="arabicPeriod" startAt="1"/>
              <a:tabLst>
                <a:tab pos="342900" algn="l"/>
                <a:tab pos="355600" algn="l"/>
              </a:tabLst>
              <a:defRPr spc="-100">
                <a:latin typeface="+mn-lt"/>
                <a:ea typeface="+mn-ea"/>
                <a:cs typeface="+mn-cs"/>
                <a:sym typeface="Times New Roman"/>
              </a:defRPr>
            </a:pPr>
            <a:r>
              <a:t>Describe the use of these semantic elements: header, main, section, article, nav, aside, footer, and figure.</a:t>
            </a:r>
          </a:p>
        </p:txBody>
      </p:sp>
      <p:sp>
        <p:nvSpPr>
          <p:cNvPr id="173" name="Date Placeholder 3"/>
          <p:cNvSpPr txBox="1"/>
          <p:nvPr/>
        </p:nvSpPr>
        <p:spPr>
          <a:xfrm>
            <a:off x="2788920" y="6347460"/>
            <a:ext cx="3566160" cy="358141"/>
          </a:xfrm>
          <a:prstGeom prst="rect">
            <a:avLst/>
          </a:prstGeom>
          <a:ln w="12700">
            <a:miter lim="400000"/>
          </a:ln>
          <a:extLst>
            <a:ext uri="{C572A759-6A51-4108-AA02-DFA0A04FC94B}">
              <ma14:wrappingTextBoxFlag xmlns:ma14="http://schemas.microsoft.com/office/mac/drawingml/2011/main" val="1"/>
            </a:ext>
          </a:extLst>
        </p:spPr>
        <p:txBody>
          <a:bodyPr lIns="45719" rIns="45719" anchor="b">
            <a:spAutoFit/>
          </a:bodyPr>
          <a:lstStyle>
            <a:lvl1pPr algn="ctr">
              <a:defRPr b="1" i="1" sz="1800">
                <a:solidFill>
                  <a:schemeClr val="accent3">
                    <a:lumOff val="44000"/>
                  </a:schemeClr>
                </a:solidFill>
                <a:latin typeface="Arial Narrow"/>
                <a:ea typeface="Arial Narrow"/>
                <a:cs typeface="Arial Narrow"/>
                <a:sym typeface="Arial Narrow"/>
              </a:defRPr>
            </a:lvl1pPr>
          </a:lstStyle>
          <a:p>
            <a:pPr/>
            <a:r>
              <a:t>Murach's HTML and CSS, 5th Edition</a:t>
            </a:r>
          </a:p>
        </p:txBody>
      </p:sp>
      <p:sp>
        <p:nvSpPr>
          <p:cNvPr id="174" name="Slide Number Placeholder 5"/>
          <p:cNvSpPr txBox="1"/>
          <p:nvPr>
            <p:ph type="sldNum" sz="quarter" idx="2"/>
          </p:nvPr>
        </p:nvSpPr>
        <p:spPr>
          <a:xfrm>
            <a:off x="6629400" y="6418513"/>
            <a:ext cx="193040" cy="287087"/>
          </a:xfrm>
          <a:prstGeom prst="rect">
            <a:avLst/>
          </a:prstGeom>
          <a:extLst>
            <a:ext uri="{C572A759-6A51-4108-AA02-DFA0A04FC94B}">
              <ma14:wrappingTextBoxFlag xmlns:ma14="http://schemas.microsoft.com/office/mac/drawingml/2011/main" val="1"/>
            </a:ext>
          </a:extLst>
        </p:spPr>
        <p:txBody>
          <a:bodyPr/>
          <a:lstStyle>
            <a:lvl1pPr algn="l">
              <a:defRPr sz="1400">
                <a:latin typeface="+mn-lt"/>
                <a:ea typeface="+mn-ea"/>
                <a:cs typeface="+mn-cs"/>
                <a:sym typeface="Times New Roman"/>
              </a:defRPr>
            </a:lvl1pPr>
          </a:lstStyle>
          <a:p>
            <a:pPr/>
            <a:fld id="{86CB4B4D-7CA3-9044-876B-883B54F8677D}" type="slidenum"/>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6" name="Footer Placeholder 4"/>
          <p:cNvSpPr txBox="1"/>
          <p:nvPr/>
        </p:nvSpPr>
        <p:spPr>
          <a:xfrm>
            <a:off x="121920" y="6537959"/>
            <a:ext cx="2651761" cy="167641"/>
          </a:xfrm>
          <a:prstGeom prst="rect">
            <a:avLst/>
          </a:prstGeom>
          <a:ln w="12700">
            <a:miter lim="400000"/>
          </a:ln>
          <a:extLst>
            <a:ext uri="{C572A759-6A51-4108-AA02-DFA0A04FC94B}">
              <ma14:wrappingTextBoxFlag xmlns:ma14="http://schemas.microsoft.com/office/mac/drawingml/2011/main" val="1"/>
            </a:ext>
          </a:extLst>
        </p:spPr>
        <p:txBody>
          <a:bodyPr lIns="45719" rIns="45719" anchor="b">
            <a:spAutoFit/>
          </a:bodyPr>
          <a:lstStyle>
            <a:lvl1pPr algn="ctr">
              <a:defRPr sz="500">
                <a:solidFill>
                  <a:schemeClr val="accent3">
                    <a:lumOff val="44000"/>
                  </a:schemeClr>
                </a:solidFill>
                <a:latin typeface="Arial Narrow"/>
                <a:ea typeface="Arial Narrow"/>
                <a:cs typeface="Arial Narrow"/>
                <a:sym typeface="Arial Narrow"/>
              </a:defRPr>
            </a:lvl1pPr>
          </a:lstStyle>
          <a:p>
            <a:pPr/>
            <a:r>
              <a:t>© 2022, Mike Murach &amp; Associates, Inc.</a:t>
            </a:r>
          </a:p>
        </p:txBody>
      </p:sp>
      <p:sp>
        <p:nvSpPr>
          <p:cNvPr id="177" name="Title 1"/>
          <p:cNvSpPr txBox="1"/>
          <p:nvPr>
            <p:ph type="title"/>
          </p:nvPr>
        </p:nvSpPr>
        <p:spPr>
          <a:prstGeom prst="rect">
            <a:avLst/>
          </a:prstGeom>
        </p:spPr>
        <p:txBody>
          <a:bodyPr/>
          <a:lstStyle>
            <a:lvl1pPr>
              <a:spcBef>
                <a:spcPts val="600"/>
              </a:spcBef>
              <a:tabLst>
                <a:tab pos="1371600" algn="l"/>
              </a:tabLst>
            </a:lvl1pPr>
          </a:lstStyle>
          <a:p>
            <a:pPr/>
            <a:r>
              <a:t>Objectives (continued)</a:t>
            </a:r>
          </a:p>
        </p:txBody>
      </p:sp>
      <p:sp>
        <p:nvSpPr>
          <p:cNvPr id="178" name="Text Placeholder 2"/>
          <p:cNvSpPr txBox="1"/>
          <p:nvPr>
            <p:ph type="body" idx="1"/>
          </p:nvPr>
        </p:nvSpPr>
        <p:spPr>
          <a:xfrm>
            <a:off x="838200" y="1066800"/>
            <a:ext cx="7439525" cy="4876800"/>
          </a:xfrm>
          <a:prstGeom prst="rect">
            <a:avLst/>
          </a:prstGeom>
        </p:spPr>
        <p:txBody>
          <a:bodyPr/>
          <a:lstStyle/>
          <a:p>
            <a:pPr marL="457200" marR="274320" indent="-457200">
              <a:spcBef>
                <a:spcPts val="600"/>
              </a:spcBef>
              <a:buSzPct val="100000"/>
              <a:buAutoNum type="arabicPeriod" startAt="5"/>
              <a:tabLst>
                <a:tab pos="342900" algn="l"/>
                <a:tab pos="355600" algn="l"/>
              </a:tabLst>
              <a:defRPr spc="-100">
                <a:latin typeface="+mn-lt"/>
                <a:ea typeface="+mn-ea"/>
                <a:cs typeface="+mn-cs"/>
                <a:sym typeface="Times New Roman"/>
              </a:defRPr>
            </a:pPr>
            <a:r>
              <a:t>Describe the use of the div element in the HTML for a modern website.</a:t>
            </a:r>
          </a:p>
          <a:p>
            <a:pPr marL="457200" marR="274320" indent="-457200">
              <a:spcBef>
                <a:spcPts val="600"/>
              </a:spcBef>
              <a:buSzPct val="100000"/>
              <a:buAutoNum type="arabicPeriod" startAt="5"/>
              <a:tabLst>
                <a:tab pos="342900" algn="l"/>
                <a:tab pos="355600" algn="l"/>
              </a:tabLst>
              <a:defRPr spc="-100">
                <a:latin typeface="+mn-lt"/>
                <a:ea typeface="+mn-ea"/>
                <a:cs typeface="+mn-cs"/>
                <a:sym typeface="Times New Roman"/>
              </a:defRPr>
            </a:pPr>
            <a:r>
              <a:t>Describe the use of these inline elements: q, em, strong, sub, sup, span.</a:t>
            </a:r>
          </a:p>
          <a:p>
            <a:pPr marL="457200" marR="274320" indent="-457200">
              <a:spcBef>
                <a:spcPts val="600"/>
              </a:spcBef>
              <a:buSzPct val="100000"/>
              <a:buAutoNum type="arabicPeriod" startAt="5"/>
              <a:tabLst>
                <a:tab pos="342900" algn="l"/>
                <a:tab pos="355600" algn="l"/>
              </a:tabLst>
              <a:defRPr spc="-100">
                <a:latin typeface="+mn-lt"/>
                <a:ea typeface="+mn-ea"/>
                <a:cs typeface="+mn-cs"/>
                <a:sym typeface="Times New Roman"/>
              </a:defRPr>
            </a:pPr>
            <a:r>
              <a:t>Describe the use of character entities like &amp;nbsp; or &amp;copy;.</a:t>
            </a:r>
          </a:p>
          <a:p>
            <a:pPr marL="457200" marR="274320" indent="-457200">
              <a:spcBef>
                <a:spcPts val="600"/>
              </a:spcBef>
              <a:buSzPct val="100000"/>
              <a:buAutoNum type="arabicPeriod" startAt="5"/>
              <a:tabLst>
                <a:tab pos="342900" algn="l"/>
                <a:tab pos="355600" algn="l"/>
              </a:tabLst>
              <a:defRPr spc="-100">
                <a:latin typeface="+mn-lt"/>
                <a:ea typeface="+mn-ea"/>
                <a:cs typeface="+mn-cs"/>
                <a:sym typeface="Times New Roman"/>
              </a:defRPr>
            </a:pPr>
            <a:r>
              <a:t>Distinguish between absolute and relative URLs, and distinguish between root-relative and document-relative paths</a:t>
            </a:r>
          </a:p>
          <a:p>
            <a:pPr marL="457200" marR="274320" indent="-457200">
              <a:spcBef>
                <a:spcPts val="600"/>
              </a:spcBef>
              <a:buSzPct val="100000"/>
              <a:buAutoNum type="arabicPeriod" startAt="5"/>
              <a:tabLst>
                <a:tab pos="342900" algn="l"/>
                <a:tab pos="355600" algn="l"/>
              </a:tabLst>
              <a:defRPr spc="-100">
                <a:latin typeface="+mn-lt"/>
                <a:ea typeface="+mn-ea"/>
                <a:cs typeface="+mn-cs"/>
                <a:sym typeface="Times New Roman"/>
              </a:defRPr>
            </a:pPr>
            <a:r>
              <a:t>Describe the use and accessibility guidelines for &lt;a&gt; elements.</a:t>
            </a:r>
          </a:p>
          <a:p>
            <a:pPr marL="457200" marR="274320" indent="-457200">
              <a:spcBef>
                <a:spcPts val="600"/>
              </a:spcBef>
              <a:buSzPct val="100000"/>
              <a:buAutoNum type="arabicPeriod" startAt="5"/>
              <a:tabLst>
                <a:tab pos="342900" algn="l"/>
                <a:tab pos="355600" algn="l"/>
              </a:tabLst>
              <a:defRPr spc="-100">
                <a:latin typeface="+mn-lt"/>
                <a:ea typeface="+mn-ea"/>
                <a:cs typeface="+mn-cs"/>
                <a:sym typeface="Times New Roman"/>
              </a:defRPr>
            </a:pPr>
            <a:r>
              <a:t>Describe the two types of lists that you can create with HTML.</a:t>
            </a:r>
          </a:p>
          <a:p>
            <a:pPr marL="457200" marR="274320" indent="-457200">
              <a:spcBef>
                <a:spcPts val="600"/>
              </a:spcBef>
              <a:buSzPct val="100000"/>
              <a:buAutoNum type="arabicPeriod" startAt="5"/>
              <a:tabLst>
                <a:tab pos="342900" algn="l"/>
                <a:tab pos="355600" algn="l"/>
              </a:tabLst>
              <a:defRPr spc="-100">
                <a:latin typeface="+mn-lt"/>
                <a:ea typeface="+mn-ea"/>
                <a:cs typeface="+mn-cs"/>
                <a:sym typeface="Times New Roman"/>
              </a:defRPr>
            </a:pPr>
            <a:r>
              <a:t>Describe the use and accessibility guidelines for img elements.</a:t>
            </a:r>
          </a:p>
        </p:txBody>
      </p:sp>
      <p:sp>
        <p:nvSpPr>
          <p:cNvPr id="179" name="Date Placeholder 3"/>
          <p:cNvSpPr txBox="1"/>
          <p:nvPr/>
        </p:nvSpPr>
        <p:spPr>
          <a:xfrm>
            <a:off x="2788920" y="6347460"/>
            <a:ext cx="3566160" cy="358141"/>
          </a:xfrm>
          <a:prstGeom prst="rect">
            <a:avLst/>
          </a:prstGeom>
          <a:ln w="12700">
            <a:miter lim="400000"/>
          </a:ln>
          <a:extLst>
            <a:ext uri="{C572A759-6A51-4108-AA02-DFA0A04FC94B}">
              <ma14:wrappingTextBoxFlag xmlns:ma14="http://schemas.microsoft.com/office/mac/drawingml/2011/main" val="1"/>
            </a:ext>
          </a:extLst>
        </p:spPr>
        <p:txBody>
          <a:bodyPr lIns="45719" rIns="45719" anchor="b">
            <a:spAutoFit/>
          </a:bodyPr>
          <a:lstStyle>
            <a:lvl1pPr algn="ctr">
              <a:defRPr b="1" i="1" sz="1800">
                <a:solidFill>
                  <a:schemeClr val="accent3">
                    <a:lumOff val="44000"/>
                  </a:schemeClr>
                </a:solidFill>
                <a:latin typeface="Arial Narrow"/>
                <a:ea typeface="Arial Narrow"/>
                <a:cs typeface="Arial Narrow"/>
                <a:sym typeface="Arial Narrow"/>
              </a:defRPr>
            </a:lvl1pPr>
          </a:lstStyle>
          <a:p>
            <a:pPr/>
            <a:r>
              <a:t>Murach's HTML and CSS, 5th Edition</a:t>
            </a:r>
          </a:p>
        </p:txBody>
      </p:sp>
      <p:sp>
        <p:nvSpPr>
          <p:cNvPr id="180" name="Slide Number Placeholder 5"/>
          <p:cNvSpPr txBox="1"/>
          <p:nvPr>
            <p:ph type="sldNum" sz="quarter" idx="2"/>
          </p:nvPr>
        </p:nvSpPr>
        <p:spPr>
          <a:xfrm>
            <a:off x="6629400" y="6418513"/>
            <a:ext cx="193040" cy="287087"/>
          </a:xfrm>
          <a:prstGeom prst="rect">
            <a:avLst/>
          </a:prstGeom>
          <a:extLst>
            <a:ext uri="{C572A759-6A51-4108-AA02-DFA0A04FC94B}">
              <ma14:wrappingTextBoxFlag xmlns:ma14="http://schemas.microsoft.com/office/mac/drawingml/2011/main" val="1"/>
            </a:ext>
          </a:extLst>
        </p:spPr>
        <p:txBody>
          <a:bodyPr/>
          <a:lstStyle>
            <a:lvl1pPr algn="l">
              <a:defRPr sz="1400">
                <a:latin typeface="+mn-lt"/>
                <a:ea typeface="+mn-ea"/>
                <a:cs typeface="+mn-cs"/>
                <a:sym typeface="Times New Roman"/>
              </a:defRPr>
            </a:lvl1pPr>
          </a:lstStyle>
          <a:p>
            <a:pPr/>
            <a:fld id="{86CB4B4D-7CA3-9044-876B-883B54F8677D}" type="slidenum"/>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2" name="Footer Placeholder 4"/>
          <p:cNvSpPr txBox="1"/>
          <p:nvPr/>
        </p:nvSpPr>
        <p:spPr>
          <a:xfrm>
            <a:off x="121920" y="6537959"/>
            <a:ext cx="2651761" cy="167641"/>
          </a:xfrm>
          <a:prstGeom prst="rect">
            <a:avLst/>
          </a:prstGeom>
          <a:ln w="12700">
            <a:miter lim="400000"/>
          </a:ln>
          <a:extLst>
            <a:ext uri="{C572A759-6A51-4108-AA02-DFA0A04FC94B}">
              <ma14:wrappingTextBoxFlag xmlns:ma14="http://schemas.microsoft.com/office/mac/drawingml/2011/main" val="1"/>
            </a:ext>
          </a:extLst>
        </p:spPr>
        <p:txBody>
          <a:bodyPr lIns="45719" rIns="45719" anchor="b">
            <a:spAutoFit/>
          </a:bodyPr>
          <a:lstStyle>
            <a:lvl1pPr algn="ctr">
              <a:defRPr sz="500">
                <a:solidFill>
                  <a:schemeClr val="accent3">
                    <a:lumOff val="44000"/>
                  </a:schemeClr>
                </a:solidFill>
                <a:latin typeface="Arial Narrow"/>
                <a:ea typeface="Arial Narrow"/>
                <a:cs typeface="Arial Narrow"/>
                <a:sym typeface="Arial Narrow"/>
              </a:defRPr>
            </a:lvl1pPr>
          </a:lstStyle>
          <a:p>
            <a:pPr/>
            <a:r>
              <a:t>© 2022, Mike Murach &amp; Associates, Inc.</a:t>
            </a:r>
          </a:p>
        </p:txBody>
      </p:sp>
      <p:sp>
        <p:nvSpPr>
          <p:cNvPr id="183" name="Title 6"/>
          <p:cNvSpPr txBox="1"/>
          <p:nvPr>
            <p:ph type="title"/>
          </p:nvPr>
        </p:nvSpPr>
        <p:spPr>
          <a:prstGeom prst="rect">
            <a:avLst/>
          </a:prstGeom>
        </p:spPr>
        <p:txBody>
          <a:bodyPr/>
          <a:lstStyle>
            <a:lvl1pPr>
              <a:spcBef>
                <a:spcPts val="600"/>
              </a:spcBef>
              <a:tabLst>
                <a:tab pos="1371600" algn="l"/>
              </a:tabLst>
            </a:lvl1pPr>
          </a:lstStyle>
          <a:p>
            <a:pPr/>
            <a:r>
              <a:t>A browser that shows the title and favicon</a:t>
            </a:r>
          </a:p>
        </p:txBody>
      </p:sp>
      <p:pic>
        <p:nvPicPr>
          <p:cNvPr id="184" name="Content Placeholder 2" descr="Content Placeholder 2"/>
          <p:cNvPicPr>
            <a:picLocks noChangeAspect="1"/>
          </p:cNvPicPr>
          <p:nvPr/>
        </p:nvPicPr>
        <p:blipFill>
          <a:blip r:embed="rId3">
            <a:extLst/>
          </a:blip>
          <a:stretch>
            <a:fillRect/>
          </a:stretch>
        </p:blipFill>
        <p:spPr>
          <a:xfrm>
            <a:off x="1257016" y="1082001"/>
            <a:ext cx="6743984" cy="909654"/>
          </a:xfrm>
          <a:prstGeom prst="rect">
            <a:avLst/>
          </a:prstGeom>
          <a:ln w="12700">
            <a:miter lim="400000"/>
          </a:ln>
        </p:spPr>
      </p:pic>
      <p:sp>
        <p:nvSpPr>
          <p:cNvPr id="185" name="Text Placeholder 8"/>
          <p:cNvSpPr txBox="1"/>
          <p:nvPr>
            <p:ph type="body" sz="half" idx="1"/>
          </p:nvPr>
        </p:nvSpPr>
        <p:spPr>
          <a:xfrm>
            <a:off x="838200" y="2362200"/>
            <a:ext cx="7391400" cy="2209800"/>
          </a:xfrm>
          <a:prstGeom prst="rect">
            <a:avLst/>
          </a:prstGeom>
        </p:spPr>
        <p:txBody>
          <a:bodyPr/>
          <a:lstStyle/>
          <a:p>
            <a:pPr>
              <a:spcBef>
                <a:spcPts val="1500"/>
              </a:spcBef>
              <a:tabLst>
                <a:tab pos="1371600" algn="l"/>
              </a:tabLst>
              <a:defRPr b="1" sz="2400">
                <a:solidFill>
                  <a:srgbClr val="000099"/>
                </a:solidFill>
              </a:defRPr>
            </a:pPr>
            <a:r>
              <a:t>A head section with a title and a link to a favicon</a:t>
            </a:r>
            <a:endParaRPr sz="2000"/>
          </a:p>
          <a:p>
            <a:pPr indent="347345">
              <a:spcBef>
                <a:spcPts val="0"/>
              </a:spcBef>
              <a:tabLst>
                <a:tab pos="1371600" algn="l"/>
              </a:tabLst>
              <a:defRPr b="1" sz="1600">
                <a:latin typeface="Courier New"/>
                <a:ea typeface="Courier New"/>
                <a:cs typeface="Courier New"/>
                <a:sym typeface="Courier New"/>
              </a:defRPr>
            </a:pPr>
            <a:r>
              <a:t>&lt;head&gt;</a:t>
            </a:r>
            <a:endParaRPr sz="2000"/>
          </a:p>
          <a:p>
            <a:pPr indent="347345">
              <a:spcBef>
                <a:spcPts val="0"/>
              </a:spcBef>
              <a:tabLst>
                <a:tab pos="1371600" algn="l"/>
              </a:tabLst>
              <a:defRPr b="1" sz="1600">
                <a:latin typeface="Courier New"/>
                <a:ea typeface="Courier New"/>
                <a:cs typeface="Courier New"/>
                <a:sym typeface="Courier New"/>
              </a:defRPr>
            </a:pPr>
            <a:r>
              <a:t>    &lt;title&gt;San Joaquin Valley Town Hall | </a:t>
            </a:r>
            <a:br/>
            <a:r>
              <a:t>           speakers and luncheons</a:t>
            </a:r>
            <a:endParaRPr sz="2000"/>
          </a:p>
          <a:p>
            <a:pPr indent="347345">
              <a:spcBef>
                <a:spcPts val="0"/>
              </a:spcBef>
              <a:tabLst>
                <a:tab pos="1371600" algn="l"/>
              </a:tabLst>
              <a:defRPr b="1" sz="1600">
                <a:latin typeface="Courier New"/>
                <a:ea typeface="Courier New"/>
                <a:cs typeface="Courier New"/>
                <a:sym typeface="Courier New"/>
              </a:defRPr>
            </a:pPr>
            <a:r>
              <a:t>    &lt;/title&gt;</a:t>
            </a:r>
            <a:endParaRPr sz="2000"/>
          </a:p>
          <a:p>
            <a:pPr indent="347345">
              <a:spcBef>
                <a:spcPts val="0"/>
              </a:spcBef>
              <a:tabLst>
                <a:tab pos="1371600" algn="l"/>
              </a:tabLst>
              <a:defRPr b="1" sz="1600">
                <a:latin typeface="Courier New"/>
                <a:ea typeface="Courier New"/>
                <a:cs typeface="Courier New"/>
                <a:sym typeface="Courier New"/>
              </a:defRPr>
            </a:pPr>
            <a:r>
              <a:t>    &lt;link rel="shortcut icon" href="favicon.ico"&gt;</a:t>
            </a:r>
            <a:endParaRPr sz="2000"/>
          </a:p>
          <a:p>
            <a:pPr indent="347345">
              <a:spcBef>
                <a:spcPts val="600"/>
              </a:spcBef>
              <a:tabLst>
                <a:tab pos="1371600" algn="l"/>
              </a:tabLst>
              <a:defRPr b="1" sz="1600">
                <a:latin typeface="Courier New"/>
                <a:ea typeface="Courier New"/>
                <a:cs typeface="Courier New"/>
                <a:sym typeface="Courier New"/>
              </a:defRPr>
            </a:pPr>
            <a:r>
              <a:t>&lt;/head&gt;</a:t>
            </a:r>
          </a:p>
        </p:txBody>
      </p:sp>
      <p:sp>
        <p:nvSpPr>
          <p:cNvPr id="186" name="Date Placeholder 3"/>
          <p:cNvSpPr txBox="1"/>
          <p:nvPr/>
        </p:nvSpPr>
        <p:spPr>
          <a:xfrm>
            <a:off x="2788920" y="6347460"/>
            <a:ext cx="3566160" cy="358141"/>
          </a:xfrm>
          <a:prstGeom prst="rect">
            <a:avLst/>
          </a:prstGeom>
          <a:ln w="12700">
            <a:miter lim="400000"/>
          </a:ln>
          <a:extLst>
            <a:ext uri="{C572A759-6A51-4108-AA02-DFA0A04FC94B}">
              <ma14:wrappingTextBoxFlag xmlns:ma14="http://schemas.microsoft.com/office/mac/drawingml/2011/main" val="1"/>
            </a:ext>
          </a:extLst>
        </p:spPr>
        <p:txBody>
          <a:bodyPr lIns="45719" rIns="45719" anchor="b">
            <a:spAutoFit/>
          </a:bodyPr>
          <a:lstStyle>
            <a:lvl1pPr algn="ctr">
              <a:defRPr b="1" i="1" sz="1800">
                <a:solidFill>
                  <a:schemeClr val="accent3">
                    <a:lumOff val="44000"/>
                  </a:schemeClr>
                </a:solidFill>
                <a:latin typeface="Arial Narrow"/>
                <a:ea typeface="Arial Narrow"/>
                <a:cs typeface="Arial Narrow"/>
                <a:sym typeface="Arial Narrow"/>
              </a:defRPr>
            </a:lvl1pPr>
          </a:lstStyle>
          <a:p>
            <a:pPr/>
            <a:r>
              <a:t>Murach's HTML and CSS, 5th Edition</a:t>
            </a:r>
          </a:p>
        </p:txBody>
      </p:sp>
      <p:sp>
        <p:nvSpPr>
          <p:cNvPr id="187" name="Slide Number Placeholder 5"/>
          <p:cNvSpPr txBox="1"/>
          <p:nvPr>
            <p:ph type="sldNum" sz="quarter" idx="2"/>
          </p:nvPr>
        </p:nvSpPr>
        <p:spPr>
          <a:xfrm>
            <a:off x="6629400" y="6418513"/>
            <a:ext cx="193040" cy="287087"/>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1" name="Footer Placeholder 4"/>
          <p:cNvSpPr txBox="1"/>
          <p:nvPr/>
        </p:nvSpPr>
        <p:spPr>
          <a:xfrm>
            <a:off x="121920" y="6537959"/>
            <a:ext cx="2651761" cy="167641"/>
          </a:xfrm>
          <a:prstGeom prst="rect">
            <a:avLst/>
          </a:prstGeom>
          <a:ln w="12700">
            <a:miter lim="400000"/>
          </a:ln>
          <a:extLst>
            <a:ext uri="{C572A759-6A51-4108-AA02-DFA0A04FC94B}">
              <ma14:wrappingTextBoxFlag xmlns:ma14="http://schemas.microsoft.com/office/mac/drawingml/2011/main" val="1"/>
            </a:ext>
          </a:extLst>
        </p:spPr>
        <p:txBody>
          <a:bodyPr lIns="45719" rIns="45719" anchor="b">
            <a:spAutoFit/>
          </a:bodyPr>
          <a:lstStyle>
            <a:lvl1pPr algn="ctr">
              <a:defRPr sz="500">
                <a:solidFill>
                  <a:schemeClr val="accent3">
                    <a:lumOff val="44000"/>
                  </a:schemeClr>
                </a:solidFill>
                <a:latin typeface="Arial Narrow"/>
                <a:ea typeface="Arial Narrow"/>
                <a:cs typeface="Arial Narrow"/>
                <a:sym typeface="Arial Narrow"/>
              </a:defRPr>
            </a:lvl1pPr>
          </a:lstStyle>
          <a:p>
            <a:pPr/>
            <a:r>
              <a:t>© 2022, Mike Murach &amp; Associates, Inc.</a:t>
            </a:r>
          </a:p>
        </p:txBody>
      </p:sp>
      <p:sp>
        <p:nvSpPr>
          <p:cNvPr id="192" name="Date Placeholder 3"/>
          <p:cNvSpPr txBox="1"/>
          <p:nvPr/>
        </p:nvSpPr>
        <p:spPr>
          <a:xfrm>
            <a:off x="2788920" y="6347460"/>
            <a:ext cx="3566160" cy="358141"/>
          </a:xfrm>
          <a:prstGeom prst="rect">
            <a:avLst/>
          </a:prstGeom>
          <a:ln w="12700">
            <a:miter lim="400000"/>
          </a:ln>
          <a:extLst>
            <a:ext uri="{C572A759-6A51-4108-AA02-DFA0A04FC94B}">
              <ma14:wrappingTextBoxFlag xmlns:ma14="http://schemas.microsoft.com/office/mac/drawingml/2011/main" val="1"/>
            </a:ext>
          </a:extLst>
        </p:spPr>
        <p:txBody>
          <a:bodyPr lIns="45719" rIns="45719" anchor="b">
            <a:spAutoFit/>
          </a:bodyPr>
          <a:lstStyle>
            <a:lvl1pPr algn="ctr">
              <a:defRPr b="1" i="1" sz="1800">
                <a:solidFill>
                  <a:schemeClr val="accent3">
                    <a:lumOff val="44000"/>
                  </a:schemeClr>
                </a:solidFill>
                <a:latin typeface="Arial Narrow"/>
                <a:ea typeface="Arial Narrow"/>
                <a:cs typeface="Arial Narrow"/>
                <a:sym typeface="Arial Narrow"/>
              </a:defRPr>
            </a:lvl1pPr>
          </a:lstStyle>
          <a:p>
            <a:pPr/>
            <a:r>
              <a:t>Murach's HTML and CSS, 5th Edition</a:t>
            </a:r>
          </a:p>
        </p:txBody>
      </p:sp>
      <p:sp>
        <p:nvSpPr>
          <p:cNvPr id="193" name="Slide Number Placeholder 5"/>
          <p:cNvSpPr txBox="1"/>
          <p:nvPr>
            <p:ph type="sldNum" sz="quarter" idx="2"/>
          </p:nvPr>
        </p:nvSpPr>
        <p:spPr>
          <a:xfrm>
            <a:off x="6629400" y="6418513"/>
            <a:ext cx="193040" cy="287087"/>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194" name="Screen Shot 2022-08-31 at 9.51.38 PM.png" descr="Screen Shot 2022-08-31 at 9.51.38 PM.png"/>
          <p:cNvPicPr>
            <a:picLocks noChangeAspect="1"/>
          </p:cNvPicPr>
          <p:nvPr/>
        </p:nvPicPr>
        <p:blipFill>
          <a:blip r:embed="rId3">
            <a:extLst/>
          </a:blip>
          <a:stretch>
            <a:fillRect/>
          </a:stretch>
        </p:blipFill>
        <p:spPr>
          <a:xfrm>
            <a:off x="591016" y="210265"/>
            <a:ext cx="8093060" cy="5483002"/>
          </a:xfrm>
          <a:prstGeom prst="rect">
            <a:avLst/>
          </a:prstGeom>
          <a:ln w="12700">
            <a:miter lim="400000"/>
          </a:ln>
        </p:spPr>
      </p:pic>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8" name="Footer Placeholder 4"/>
          <p:cNvSpPr txBox="1"/>
          <p:nvPr/>
        </p:nvSpPr>
        <p:spPr>
          <a:xfrm>
            <a:off x="121920" y="6537959"/>
            <a:ext cx="2651761" cy="167641"/>
          </a:xfrm>
          <a:prstGeom prst="rect">
            <a:avLst/>
          </a:prstGeom>
          <a:ln w="12700">
            <a:miter lim="400000"/>
          </a:ln>
          <a:extLst>
            <a:ext uri="{C572A759-6A51-4108-AA02-DFA0A04FC94B}">
              <ma14:wrappingTextBoxFlag xmlns:ma14="http://schemas.microsoft.com/office/mac/drawingml/2011/main" val="1"/>
            </a:ext>
          </a:extLst>
        </p:spPr>
        <p:txBody>
          <a:bodyPr lIns="45719" rIns="45719" anchor="b">
            <a:spAutoFit/>
          </a:bodyPr>
          <a:lstStyle>
            <a:lvl1pPr algn="ctr">
              <a:defRPr sz="500">
                <a:solidFill>
                  <a:schemeClr val="accent3">
                    <a:lumOff val="44000"/>
                  </a:schemeClr>
                </a:solidFill>
                <a:latin typeface="Arial Narrow"/>
                <a:ea typeface="Arial Narrow"/>
                <a:cs typeface="Arial Narrow"/>
                <a:sym typeface="Arial Narrow"/>
              </a:defRPr>
            </a:lvl1pPr>
          </a:lstStyle>
          <a:p>
            <a:pPr/>
            <a:r>
              <a:t>© 2022, Mike Murach &amp; Associates, Inc.</a:t>
            </a:r>
          </a:p>
        </p:txBody>
      </p:sp>
      <p:sp>
        <p:nvSpPr>
          <p:cNvPr id="199" name="Date Placeholder 3"/>
          <p:cNvSpPr txBox="1"/>
          <p:nvPr/>
        </p:nvSpPr>
        <p:spPr>
          <a:xfrm>
            <a:off x="2788920" y="6347460"/>
            <a:ext cx="3566160" cy="358141"/>
          </a:xfrm>
          <a:prstGeom prst="rect">
            <a:avLst/>
          </a:prstGeom>
          <a:ln w="12700">
            <a:miter lim="400000"/>
          </a:ln>
          <a:extLst>
            <a:ext uri="{C572A759-6A51-4108-AA02-DFA0A04FC94B}">
              <ma14:wrappingTextBoxFlag xmlns:ma14="http://schemas.microsoft.com/office/mac/drawingml/2011/main" val="1"/>
            </a:ext>
          </a:extLst>
        </p:spPr>
        <p:txBody>
          <a:bodyPr lIns="45719" rIns="45719" anchor="b">
            <a:spAutoFit/>
          </a:bodyPr>
          <a:lstStyle>
            <a:lvl1pPr algn="ctr">
              <a:defRPr b="1" i="1" sz="1800">
                <a:solidFill>
                  <a:schemeClr val="accent3">
                    <a:lumOff val="44000"/>
                  </a:schemeClr>
                </a:solidFill>
                <a:latin typeface="Arial Narrow"/>
                <a:ea typeface="Arial Narrow"/>
                <a:cs typeface="Arial Narrow"/>
                <a:sym typeface="Arial Narrow"/>
              </a:defRPr>
            </a:lvl1pPr>
          </a:lstStyle>
          <a:p>
            <a:pPr/>
            <a:r>
              <a:t>Murach's HTML and CSS, 5th Edition</a:t>
            </a:r>
          </a:p>
        </p:txBody>
      </p:sp>
      <p:sp>
        <p:nvSpPr>
          <p:cNvPr id="200" name="Slide Number Placeholder 5"/>
          <p:cNvSpPr txBox="1"/>
          <p:nvPr>
            <p:ph type="sldNum" sz="quarter" idx="2"/>
          </p:nvPr>
        </p:nvSpPr>
        <p:spPr>
          <a:xfrm>
            <a:off x="6629400" y="6418513"/>
            <a:ext cx="193040" cy="287087"/>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201" name="Screen Shot 2022-08-31 at 9.54.31 PM.png" descr="Screen Shot 2022-08-31 at 9.54.31 PM.png"/>
          <p:cNvPicPr>
            <a:picLocks noChangeAspect="1"/>
          </p:cNvPicPr>
          <p:nvPr/>
        </p:nvPicPr>
        <p:blipFill>
          <a:blip r:embed="rId3">
            <a:extLst/>
          </a:blip>
          <a:stretch>
            <a:fillRect/>
          </a:stretch>
        </p:blipFill>
        <p:spPr>
          <a:xfrm>
            <a:off x="552608" y="212324"/>
            <a:ext cx="8038784" cy="5694901"/>
          </a:xfrm>
          <a:prstGeom prst="rect">
            <a:avLst/>
          </a:prstGeom>
          <a:ln w="12700">
            <a:miter lim="400000"/>
          </a:ln>
        </p:spPr>
      </p:pic>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5" name="Footer Placeholder 4"/>
          <p:cNvSpPr txBox="1"/>
          <p:nvPr/>
        </p:nvSpPr>
        <p:spPr>
          <a:xfrm>
            <a:off x="121920" y="6537959"/>
            <a:ext cx="2651761" cy="167641"/>
          </a:xfrm>
          <a:prstGeom prst="rect">
            <a:avLst/>
          </a:prstGeom>
          <a:ln w="12700">
            <a:miter lim="400000"/>
          </a:ln>
          <a:extLst>
            <a:ext uri="{C572A759-6A51-4108-AA02-DFA0A04FC94B}">
              <ma14:wrappingTextBoxFlag xmlns:ma14="http://schemas.microsoft.com/office/mac/drawingml/2011/main" val="1"/>
            </a:ext>
          </a:extLst>
        </p:spPr>
        <p:txBody>
          <a:bodyPr lIns="45719" rIns="45719" anchor="b">
            <a:spAutoFit/>
          </a:bodyPr>
          <a:lstStyle>
            <a:lvl1pPr algn="ctr">
              <a:defRPr sz="500">
                <a:solidFill>
                  <a:schemeClr val="accent3">
                    <a:lumOff val="44000"/>
                  </a:schemeClr>
                </a:solidFill>
                <a:latin typeface="Arial Narrow"/>
                <a:ea typeface="Arial Narrow"/>
                <a:cs typeface="Arial Narrow"/>
                <a:sym typeface="Arial Narrow"/>
              </a:defRPr>
            </a:lvl1pPr>
          </a:lstStyle>
          <a:p>
            <a:pPr/>
            <a:r>
              <a:t>© 2022, Mike Murach &amp; Associates, Inc.</a:t>
            </a:r>
          </a:p>
        </p:txBody>
      </p:sp>
      <p:sp>
        <p:nvSpPr>
          <p:cNvPr id="206" name="Title 1"/>
          <p:cNvSpPr txBox="1"/>
          <p:nvPr>
            <p:ph type="title"/>
          </p:nvPr>
        </p:nvSpPr>
        <p:spPr>
          <a:prstGeom prst="rect">
            <a:avLst/>
          </a:prstGeom>
        </p:spPr>
        <p:txBody>
          <a:bodyPr/>
          <a:lstStyle>
            <a:lvl1pPr>
              <a:spcBef>
                <a:spcPts val="600"/>
              </a:spcBef>
              <a:tabLst>
                <a:tab pos="1371600" algn="l"/>
              </a:tabLst>
            </a:lvl1pPr>
          </a:lstStyle>
          <a:p>
            <a:pPr/>
            <a:r>
              <a:t>A head section that includes metadata</a:t>
            </a:r>
          </a:p>
        </p:txBody>
      </p:sp>
      <p:sp>
        <p:nvSpPr>
          <p:cNvPr id="207" name="Text Placeholder 2"/>
          <p:cNvSpPr txBox="1"/>
          <p:nvPr>
            <p:ph type="body" idx="1"/>
          </p:nvPr>
        </p:nvSpPr>
        <p:spPr>
          <a:prstGeom prst="rect">
            <a:avLst/>
          </a:prstGeom>
        </p:spPr>
        <p:txBody>
          <a:bodyPr/>
          <a:lstStyle/>
          <a:p>
            <a:pPr indent="347345">
              <a:spcBef>
                <a:spcPts val="0"/>
              </a:spcBef>
              <a:tabLst>
                <a:tab pos="1371600" algn="l"/>
              </a:tabLst>
              <a:defRPr b="1" sz="1600">
                <a:latin typeface="Courier New"/>
                <a:ea typeface="Courier New"/>
                <a:cs typeface="Courier New"/>
                <a:sym typeface="Courier New"/>
              </a:defRPr>
            </a:pPr>
            <a:r>
              <a:t>&lt;head&gt;</a:t>
            </a:r>
          </a:p>
          <a:p>
            <a:pPr indent="347345">
              <a:spcBef>
                <a:spcPts val="0"/>
              </a:spcBef>
              <a:tabLst>
                <a:tab pos="1371600" algn="l"/>
              </a:tabLst>
              <a:defRPr b="1" sz="1600">
                <a:latin typeface="Courier New"/>
                <a:ea typeface="Courier New"/>
                <a:cs typeface="Courier New"/>
                <a:sym typeface="Courier New"/>
              </a:defRPr>
            </a:pPr>
            <a:r>
              <a:t>    &lt;title&gt;San Joaquin Valley Town Hall | </a:t>
            </a:r>
            <a:br/>
            <a:r>
              <a:t>           speakers and luncheons</a:t>
            </a:r>
          </a:p>
          <a:p>
            <a:pPr indent="347345">
              <a:spcBef>
                <a:spcPts val="0"/>
              </a:spcBef>
              <a:tabLst>
                <a:tab pos="1371600" algn="l"/>
              </a:tabLst>
              <a:defRPr b="1" sz="1600">
                <a:latin typeface="Courier New"/>
                <a:ea typeface="Courier New"/>
                <a:cs typeface="Courier New"/>
                <a:sym typeface="Courier New"/>
              </a:defRPr>
            </a:pPr>
            <a:r>
              <a:t>    &lt;/title&gt;</a:t>
            </a:r>
          </a:p>
          <a:p>
            <a:pPr indent="347345">
              <a:spcBef>
                <a:spcPts val="0"/>
              </a:spcBef>
              <a:tabLst>
                <a:tab pos="1371600" algn="l"/>
              </a:tabLst>
              <a:defRPr b="1" sz="1600">
                <a:latin typeface="Courier New"/>
                <a:ea typeface="Courier New"/>
                <a:cs typeface="Courier New"/>
                <a:sym typeface="Courier New"/>
              </a:defRPr>
            </a:pPr>
            <a:r>
              <a:t>    &lt;meta charset="utf-8"&gt;</a:t>
            </a:r>
          </a:p>
          <a:p>
            <a:pPr indent="347345">
              <a:spcBef>
                <a:spcPts val="0"/>
              </a:spcBef>
              <a:tabLst>
                <a:tab pos="1371600" algn="l"/>
              </a:tabLst>
              <a:defRPr b="1" sz="1600">
                <a:latin typeface="Courier New"/>
                <a:ea typeface="Courier New"/>
                <a:cs typeface="Courier New"/>
                <a:sym typeface="Courier New"/>
              </a:defRPr>
            </a:pPr>
            <a:r>
              <a:t>    &lt;meta name="description" content="A yearly lecture </a:t>
            </a:r>
            <a:br/>
            <a:r>
              <a:t>        series with speakers that present new </a:t>
            </a:r>
            <a:br/>
            <a:r>
              <a:t>        information on a wide range of subjects"&gt;</a:t>
            </a:r>
          </a:p>
          <a:p>
            <a:pPr indent="347345">
              <a:spcBef>
                <a:spcPts val="0"/>
              </a:spcBef>
              <a:tabLst>
                <a:tab pos="1371600" algn="l"/>
              </a:tabLst>
              <a:defRPr b="1" sz="1600">
                <a:latin typeface="Courier New"/>
                <a:ea typeface="Courier New"/>
                <a:cs typeface="Courier New"/>
                <a:sym typeface="Courier New"/>
              </a:defRPr>
            </a:pPr>
            <a:r>
              <a:t>    &lt;meta name="keywords" content="san joaquin, </a:t>
            </a:r>
            <a:br/>
            <a:r>
              <a:t>        town hall, speakers, lectures, luncheons"&gt;</a:t>
            </a:r>
          </a:p>
          <a:p>
            <a:pPr indent="347345">
              <a:spcBef>
                <a:spcPts val="0"/>
              </a:spcBef>
              <a:tabLst>
                <a:tab pos="1371600" algn="l"/>
              </a:tabLst>
              <a:defRPr b="1" sz="1600">
                <a:latin typeface="Courier New"/>
                <a:ea typeface="Courier New"/>
                <a:cs typeface="Courier New"/>
                <a:sym typeface="Courier New"/>
              </a:defRPr>
            </a:pPr>
            <a:r>
              <a:t>&lt;/head&gt;</a:t>
            </a:r>
          </a:p>
        </p:txBody>
      </p:sp>
      <p:sp>
        <p:nvSpPr>
          <p:cNvPr id="208" name="Date Placeholder 3"/>
          <p:cNvSpPr txBox="1"/>
          <p:nvPr/>
        </p:nvSpPr>
        <p:spPr>
          <a:xfrm>
            <a:off x="2788920" y="6347460"/>
            <a:ext cx="3566160" cy="358141"/>
          </a:xfrm>
          <a:prstGeom prst="rect">
            <a:avLst/>
          </a:prstGeom>
          <a:ln w="12700">
            <a:miter lim="400000"/>
          </a:ln>
          <a:extLst>
            <a:ext uri="{C572A759-6A51-4108-AA02-DFA0A04FC94B}">
              <ma14:wrappingTextBoxFlag xmlns:ma14="http://schemas.microsoft.com/office/mac/drawingml/2011/main" val="1"/>
            </a:ext>
          </a:extLst>
        </p:spPr>
        <p:txBody>
          <a:bodyPr lIns="45719" rIns="45719" anchor="b">
            <a:spAutoFit/>
          </a:bodyPr>
          <a:lstStyle>
            <a:lvl1pPr algn="ctr">
              <a:defRPr b="1" i="1" sz="1800">
                <a:solidFill>
                  <a:schemeClr val="accent3">
                    <a:lumOff val="44000"/>
                  </a:schemeClr>
                </a:solidFill>
                <a:latin typeface="Arial Narrow"/>
                <a:ea typeface="Arial Narrow"/>
                <a:cs typeface="Arial Narrow"/>
                <a:sym typeface="Arial Narrow"/>
              </a:defRPr>
            </a:lvl1pPr>
          </a:lstStyle>
          <a:p>
            <a:pPr/>
            <a:r>
              <a:t>Murach's HTML and CSS, 5th Edition</a:t>
            </a:r>
          </a:p>
        </p:txBody>
      </p:sp>
      <p:sp>
        <p:nvSpPr>
          <p:cNvPr id="209" name="Slide Number Placeholder 5"/>
          <p:cNvSpPr txBox="1"/>
          <p:nvPr>
            <p:ph type="sldNum" sz="quarter" idx="2"/>
          </p:nvPr>
        </p:nvSpPr>
        <p:spPr>
          <a:xfrm>
            <a:off x="6629400" y="6418513"/>
            <a:ext cx="193040" cy="287087"/>
          </a:xfrm>
          <a:prstGeom prst="rect">
            <a:avLst/>
          </a:prstGeom>
          <a:extLst>
            <a:ext uri="{C572A759-6A51-4108-AA02-DFA0A04FC94B}">
              <ma14:wrappingTextBoxFlag xmlns:ma14="http://schemas.microsoft.com/office/mac/drawingml/2011/main" val="1"/>
            </a:ext>
          </a:extLst>
        </p:spPr>
        <p:txBody>
          <a:bodyPr/>
          <a:lstStyle>
            <a:lvl1pPr algn="l">
              <a:defRPr sz="1400">
                <a:latin typeface="+mn-lt"/>
                <a:ea typeface="+mn-ea"/>
                <a:cs typeface="+mn-cs"/>
                <a:sym typeface="Times New Roman"/>
              </a:defRPr>
            </a:lvl1pPr>
          </a:lstStyle>
          <a:p>
            <a:pPr/>
            <a:fld id="{86CB4B4D-7CA3-9044-876B-883B54F8677D}" type="slidenum"/>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3" name="Footer Placeholder 4"/>
          <p:cNvSpPr txBox="1"/>
          <p:nvPr/>
        </p:nvSpPr>
        <p:spPr>
          <a:xfrm>
            <a:off x="121920" y="6537959"/>
            <a:ext cx="2651761" cy="167641"/>
          </a:xfrm>
          <a:prstGeom prst="rect">
            <a:avLst/>
          </a:prstGeom>
          <a:ln w="12700">
            <a:miter lim="400000"/>
          </a:ln>
          <a:extLst>
            <a:ext uri="{C572A759-6A51-4108-AA02-DFA0A04FC94B}">
              <ma14:wrappingTextBoxFlag xmlns:ma14="http://schemas.microsoft.com/office/mac/drawingml/2011/main" val="1"/>
            </a:ext>
          </a:extLst>
        </p:spPr>
        <p:txBody>
          <a:bodyPr lIns="45719" rIns="45719" anchor="b">
            <a:spAutoFit/>
          </a:bodyPr>
          <a:lstStyle>
            <a:lvl1pPr algn="ctr">
              <a:defRPr sz="500">
                <a:solidFill>
                  <a:schemeClr val="accent3">
                    <a:lumOff val="44000"/>
                  </a:schemeClr>
                </a:solidFill>
                <a:latin typeface="Arial Narrow"/>
                <a:ea typeface="Arial Narrow"/>
                <a:cs typeface="Arial Narrow"/>
                <a:sym typeface="Arial Narrow"/>
              </a:defRPr>
            </a:lvl1pPr>
          </a:lstStyle>
          <a:p>
            <a:pPr/>
            <a:r>
              <a:t>© 2022, Mike Murach &amp; Associates, Inc.</a:t>
            </a:r>
          </a:p>
        </p:txBody>
      </p:sp>
      <p:sp>
        <p:nvSpPr>
          <p:cNvPr id="214" name="Text Placeholder 2"/>
          <p:cNvSpPr txBox="1"/>
          <p:nvPr>
            <p:ph type="body" idx="1"/>
          </p:nvPr>
        </p:nvSpPr>
        <p:spPr>
          <a:prstGeom prst="rect">
            <a:avLst/>
          </a:prstGeom>
        </p:spPr>
        <p:txBody>
          <a:bodyPr/>
          <a:lstStyle/>
          <a:p>
            <a:pPr indent="347345">
              <a:spcBef>
                <a:spcPts val="0"/>
              </a:spcBef>
              <a:tabLst>
                <a:tab pos="1371600" algn="l"/>
              </a:tabLst>
              <a:defRPr b="1" sz="1600">
                <a:latin typeface="Courier New"/>
                <a:ea typeface="Courier New"/>
                <a:cs typeface="Courier New"/>
                <a:sym typeface="Courier New"/>
              </a:defRPr>
            </a:pPr>
          </a:p>
        </p:txBody>
      </p:sp>
      <p:pic>
        <p:nvPicPr>
          <p:cNvPr id="215" name="Screen Shot 2021-08-31 at 8.54.49 AM.png" descr="Screen Shot 2021-08-31 at 8.54.49 AM.png"/>
          <p:cNvPicPr>
            <a:picLocks noChangeAspect="1"/>
          </p:cNvPicPr>
          <p:nvPr/>
        </p:nvPicPr>
        <p:blipFill>
          <a:blip r:embed="rId3">
            <a:extLst/>
          </a:blip>
          <a:stretch>
            <a:fillRect/>
          </a:stretch>
        </p:blipFill>
        <p:spPr>
          <a:xfrm>
            <a:off x="838200" y="1066799"/>
            <a:ext cx="7299833" cy="2631820"/>
          </a:xfrm>
          <a:prstGeom prst="rect">
            <a:avLst/>
          </a:prstGeom>
          <a:ln w="12700">
            <a:miter lim="400000"/>
          </a:ln>
        </p:spPr>
      </p:pic>
      <p:sp>
        <p:nvSpPr>
          <p:cNvPr id="216" name="Date Placeholder 3"/>
          <p:cNvSpPr txBox="1"/>
          <p:nvPr/>
        </p:nvSpPr>
        <p:spPr>
          <a:xfrm>
            <a:off x="2788920" y="6347460"/>
            <a:ext cx="3566160" cy="358141"/>
          </a:xfrm>
          <a:prstGeom prst="rect">
            <a:avLst/>
          </a:prstGeom>
          <a:ln w="12700">
            <a:miter lim="400000"/>
          </a:ln>
          <a:extLst>
            <a:ext uri="{C572A759-6A51-4108-AA02-DFA0A04FC94B}">
              <ma14:wrappingTextBoxFlag xmlns:ma14="http://schemas.microsoft.com/office/mac/drawingml/2011/main" val="1"/>
            </a:ext>
          </a:extLst>
        </p:spPr>
        <p:txBody>
          <a:bodyPr lIns="45719" rIns="45719" anchor="b">
            <a:spAutoFit/>
          </a:bodyPr>
          <a:lstStyle>
            <a:lvl1pPr algn="ctr">
              <a:defRPr b="1" i="1" sz="1800">
                <a:solidFill>
                  <a:schemeClr val="accent3">
                    <a:lumOff val="44000"/>
                  </a:schemeClr>
                </a:solidFill>
                <a:latin typeface="Arial Narrow"/>
                <a:ea typeface="Arial Narrow"/>
                <a:cs typeface="Arial Narrow"/>
                <a:sym typeface="Arial Narrow"/>
              </a:defRPr>
            </a:lvl1pPr>
          </a:lstStyle>
          <a:p>
            <a:pPr/>
            <a:r>
              <a:t>Murach's HTML and CSS, 5th Edition</a:t>
            </a:r>
          </a:p>
        </p:txBody>
      </p:sp>
      <p:sp>
        <p:nvSpPr>
          <p:cNvPr id="217" name="Slide Number Placeholder 5"/>
          <p:cNvSpPr txBox="1"/>
          <p:nvPr>
            <p:ph type="sldNum" sz="quarter" idx="2"/>
          </p:nvPr>
        </p:nvSpPr>
        <p:spPr>
          <a:xfrm>
            <a:off x="6629400" y="6418513"/>
            <a:ext cx="193040" cy="287087"/>
          </a:xfrm>
          <a:prstGeom prst="rect">
            <a:avLst/>
          </a:prstGeom>
          <a:extLst>
            <a:ext uri="{C572A759-6A51-4108-AA02-DFA0A04FC94B}">
              <ma14:wrappingTextBoxFlag xmlns:ma14="http://schemas.microsoft.com/office/mac/drawingml/2011/main" val="1"/>
            </a:ext>
          </a:extLst>
        </p:spPr>
        <p:txBody>
          <a:bodyPr/>
          <a:lstStyle>
            <a:lvl1pPr algn="l">
              <a:defRPr sz="1400">
                <a:latin typeface="+mn-lt"/>
                <a:ea typeface="+mn-ea"/>
                <a:cs typeface="+mn-cs"/>
                <a:sym typeface="Times New Roman"/>
              </a:defRPr>
            </a:lvl1pPr>
          </a:lstStyle>
          <a:p>
            <a:pPr/>
            <a:fld id="{86CB4B4D-7CA3-9044-876B-883B54F8677D}" type="slidenum"/>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1" name="Footer Placeholder 4"/>
          <p:cNvSpPr txBox="1"/>
          <p:nvPr/>
        </p:nvSpPr>
        <p:spPr>
          <a:xfrm>
            <a:off x="121920" y="6537959"/>
            <a:ext cx="2651761" cy="167641"/>
          </a:xfrm>
          <a:prstGeom prst="rect">
            <a:avLst/>
          </a:prstGeom>
          <a:ln w="12700">
            <a:miter lim="400000"/>
          </a:ln>
          <a:extLst>
            <a:ext uri="{C572A759-6A51-4108-AA02-DFA0A04FC94B}">
              <ma14:wrappingTextBoxFlag xmlns:ma14="http://schemas.microsoft.com/office/mac/drawingml/2011/main" val="1"/>
            </a:ext>
          </a:extLst>
        </p:spPr>
        <p:txBody>
          <a:bodyPr lIns="45719" rIns="45719" anchor="b">
            <a:spAutoFit/>
          </a:bodyPr>
          <a:lstStyle>
            <a:lvl1pPr algn="ctr">
              <a:defRPr sz="500">
                <a:solidFill>
                  <a:schemeClr val="accent3">
                    <a:lumOff val="44000"/>
                  </a:schemeClr>
                </a:solidFill>
                <a:latin typeface="Arial Narrow"/>
                <a:ea typeface="Arial Narrow"/>
                <a:cs typeface="Arial Narrow"/>
                <a:sym typeface="Arial Narrow"/>
              </a:defRPr>
            </a:lvl1pPr>
          </a:lstStyle>
          <a:p>
            <a:pPr/>
            <a:r>
              <a:t>© 2022, Mike Murach &amp; Associates, Inc.</a:t>
            </a:r>
          </a:p>
        </p:txBody>
      </p:sp>
      <p:sp>
        <p:nvSpPr>
          <p:cNvPr id="222" name="Title 1"/>
          <p:cNvSpPr txBox="1"/>
          <p:nvPr>
            <p:ph type="title"/>
          </p:nvPr>
        </p:nvSpPr>
        <p:spPr>
          <a:prstGeom prst="rect">
            <a:avLst/>
          </a:prstGeom>
        </p:spPr>
        <p:txBody>
          <a:bodyPr/>
          <a:lstStyle>
            <a:lvl1pPr>
              <a:spcBef>
                <a:spcPts val="600"/>
              </a:spcBef>
              <a:tabLst>
                <a:tab pos="1371600" algn="l"/>
              </a:tabLst>
            </a:lvl1pPr>
          </a:lstStyle>
          <a:p>
            <a:pPr/>
            <a:r>
              <a:t>SEO guidelines for the title tag</a:t>
            </a:r>
          </a:p>
        </p:txBody>
      </p:sp>
      <p:sp>
        <p:nvSpPr>
          <p:cNvPr id="223" name="Text Placeholder 2"/>
          <p:cNvSpPr txBox="1"/>
          <p:nvPr>
            <p:ph type="body" idx="1"/>
          </p:nvPr>
        </p:nvSpPr>
        <p:spPr>
          <a:prstGeom prst="rect">
            <a:avLst/>
          </a:prstGeom>
        </p:spPr>
        <p:txBody>
          <a:bodyPr/>
          <a:lstStyle/>
          <a:p>
            <a:pPr marL="342900" marR="274320" indent="-342900">
              <a:spcBef>
                <a:spcPts val="600"/>
              </a:spcBef>
              <a:buSzPct val="100000"/>
              <a:buFont typeface="Symbol"/>
              <a:buChar char="·"/>
              <a:defRPr spc="-100">
                <a:latin typeface="+mn-lt"/>
                <a:ea typeface="+mn-ea"/>
                <a:cs typeface="+mn-cs"/>
                <a:sym typeface="Times New Roman"/>
              </a:defRPr>
            </a:pPr>
            <a:r>
              <a:t>Always code a title tag in the head section.</a:t>
            </a:r>
          </a:p>
          <a:p>
            <a:pPr marL="342900" marR="274320" indent="-342900">
              <a:spcBef>
                <a:spcPts val="600"/>
              </a:spcBef>
              <a:buSzPct val="100000"/>
              <a:buFont typeface="Symbol"/>
              <a:buChar char="·"/>
              <a:defRPr spc="-100">
                <a:latin typeface="+mn-lt"/>
                <a:ea typeface="+mn-ea"/>
                <a:cs typeface="+mn-cs"/>
                <a:sym typeface="Times New Roman"/>
              </a:defRPr>
            </a:pPr>
            <a:r>
              <a:t>The title should accurately describe the page’s content.</a:t>
            </a:r>
          </a:p>
          <a:p>
            <a:pPr marL="342900" marR="274320" indent="-342900">
              <a:spcBef>
                <a:spcPts val="600"/>
              </a:spcBef>
              <a:buSzPct val="100000"/>
              <a:buFont typeface="Symbol"/>
              <a:buChar char="·"/>
              <a:defRPr spc="-100">
                <a:latin typeface="+mn-lt"/>
                <a:ea typeface="+mn-ea"/>
                <a:cs typeface="+mn-cs"/>
                <a:sym typeface="Times New Roman"/>
              </a:defRPr>
            </a:pPr>
            <a:r>
              <a:t>The title should include the one or two focus keywords that you want to be used for ranking the page.</a:t>
            </a:r>
          </a:p>
          <a:p>
            <a:pPr marL="342900" marR="274320" indent="-342900">
              <a:spcBef>
                <a:spcPts val="600"/>
              </a:spcBef>
              <a:buSzPct val="100000"/>
              <a:buFont typeface="Symbol"/>
              <a:buChar char="·"/>
              <a:defRPr spc="-100">
                <a:latin typeface="+mn-lt"/>
                <a:ea typeface="+mn-ea"/>
                <a:cs typeface="+mn-cs"/>
                <a:sym typeface="Times New Roman"/>
              </a:defRPr>
            </a:pPr>
            <a:r>
              <a:t>The title should be interesting enough to entice the reader to click on it when it’s shown in the search results for a search engine.</a:t>
            </a:r>
          </a:p>
          <a:p>
            <a:pPr marL="342900" marR="274320" indent="-342900">
              <a:spcBef>
                <a:spcPts val="600"/>
              </a:spcBef>
              <a:buSzPct val="100000"/>
              <a:buFont typeface="Symbol"/>
              <a:buChar char="·"/>
              <a:defRPr spc="-100">
                <a:latin typeface="+mn-lt"/>
                <a:ea typeface="+mn-ea"/>
                <a:cs typeface="+mn-cs"/>
                <a:sym typeface="Times New Roman"/>
              </a:defRPr>
            </a:pPr>
            <a:r>
              <a:t>The title should be unique for each page in your website.</a:t>
            </a:r>
          </a:p>
          <a:p>
            <a:pPr marL="342900" marR="274320" indent="-342900">
              <a:spcBef>
                <a:spcPts val="600"/>
              </a:spcBef>
              <a:buSzPct val="100000"/>
              <a:buFont typeface="Symbol"/>
              <a:buChar char="·"/>
              <a:defRPr spc="-100">
                <a:latin typeface="+mn-lt"/>
                <a:ea typeface="+mn-ea"/>
                <a:cs typeface="+mn-cs"/>
                <a:sym typeface="Times New Roman"/>
              </a:defRPr>
            </a:pPr>
            <a:r>
              <a:t>Limit the length of your titles to around 65 characters because most search engines don’t display more than that in their results.</a:t>
            </a:r>
          </a:p>
        </p:txBody>
      </p:sp>
      <p:sp>
        <p:nvSpPr>
          <p:cNvPr id="224" name="Date Placeholder 3"/>
          <p:cNvSpPr txBox="1"/>
          <p:nvPr/>
        </p:nvSpPr>
        <p:spPr>
          <a:xfrm>
            <a:off x="2788920" y="6347460"/>
            <a:ext cx="3566160" cy="358141"/>
          </a:xfrm>
          <a:prstGeom prst="rect">
            <a:avLst/>
          </a:prstGeom>
          <a:ln w="12700">
            <a:miter lim="400000"/>
          </a:ln>
          <a:extLst>
            <a:ext uri="{C572A759-6A51-4108-AA02-DFA0A04FC94B}">
              <ma14:wrappingTextBoxFlag xmlns:ma14="http://schemas.microsoft.com/office/mac/drawingml/2011/main" val="1"/>
            </a:ext>
          </a:extLst>
        </p:spPr>
        <p:txBody>
          <a:bodyPr lIns="45719" rIns="45719" anchor="b">
            <a:spAutoFit/>
          </a:bodyPr>
          <a:lstStyle>
            <a:lvl1pPr algn="ctr">
              <a:defRPr b="1" i="1" sz="1800">
                <a:solidFill>
                  <a:schemeClr val="accent3">
                    <a:lumOff val="44000"/>
                  </a:schemeClr>
                </a:solidFill>
                <a:latin typeface="Arial Narrow"/>
                <a:ea typeface="Arial Narrow"/>
                <a:cs typeface="Arial Narrow"/>
                <a:sym typeface="Arial Narrow"/>
              </a:defRPr>
            </a:lvl1pPr>
          </a:lstStyle>
          <a:p>
            <a:pPr/>
            <a:r>
              <a:t>Murach's HTML and CSS, 5th Edition</a:t>
            </a:r>
          </a:p>
        </p:txBody>
      </p:sp>
      <p:sp>
        <p:nvSpPr>
          <p:cNvPr id="225" name="Slide Number Placeholder 5"/>
          <p:cNvSpPr txBox="1"/>
          <p:nvPr>
            <p:ph type="sldNum" sz="quarter" idx="2"/>
          </p:nvPr>
        </p:nvSpPr>
        <p:spPr>
          <a:xfrm>
            <a:off x="6629400" y="6418513"/>
            <a:ext cx="193040" cy="287087"/>
          </a:xfrm>
          <a:prstGeom prst="rect">
            <a:avLst/>
          </a:prstGeom>
          <a:extLst>
            <a:ext uri="{C572A759-6A51-4108-AA02-DFA0A04FC94B}">
              <ma14:wrappingTextBoxFlag xmlns:ma14="http://schemas.microsoft.com/office/mac/drawingml/2011/main" val="1"/>
            </a:ext>
          </a:extLst>
        </p:spPr>
        <p:txBody>
          <a:bodyPr/>
          <a:lstStyle>
            <a:lvl1pPr algn="l">
              <a:defRPr sz="1400">
                <a:latin typeface="+mn-lt"/>
                <a:ea typeface="+mn-ea"/>
                <a:cs typeface="+mn-cs"/>
                <a:sym typeface="Times New Roman"/>
              </a:defRPr>
            </a:lvl1pPr>
          </a:lstStyle>
          <a:p>
            <a:pPr/>
            <a:fld id="{86CB4B4D-7CA3-9044-876B-883B54F8677D}" type="slidenum"/>
          </a:p>
        </p:txBody>
      </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7" name="Footer Placeholder 4"/>
          <p:cNvSpPr txBox="1"/>
          <p:nvPr/>
        </p:nvSpPr>
        <p:spPr>
          <a:xfrm>
            <a:off x="121920" y="6537959"/>
            <a:ext cx="2651761" cy="167641"/>
          </a:xfrm>
          <a:prstGeom prst="rect">
            <a:avLst/>
          </a:prstGeom>
          <a:ln w="12700">
            <a:miter lim="400000"/>
          </a:ln>
          <a:extLst>
            <a:ext uri="{C572A759-6A51-4108-AA02-DFA0A04FC94B}">
              <ma14:wrappingTextBoxFlag xmlns:ma14="http://schemas.microsoft.com/office/mac/drawingml/2011/main" val="1"/>
            </a:ext>
          </a:extLst>
        </p:spPr>
        <p:txBody>
          <a:bodyPr lIns="45719" rIns="45719" anchor="b">
            <a:spAutoFit/>
          </a:bodyPr>
          <a:lstStyle>
            <a:lvl1pPr algn="ctr">
              <a:defRPr sz="500">
                <a:solidFill>
                  <a:schemeClr val="accent3">
                    <a:lumOff val="44000"/>
                  </a:schemeClr>
                </a:solidFill>
                <a:latin typeface="Arial Narrow"/>
                <a:ea typeface="Arial Narrow"/>
                <a:cs typeface="Arial Narrow"/>
                <a:sym typeface="Arial Narrow"/>
              </a:defRPr>
            </a:lvl1pPr>
          </a:lstStyle>
          <a:p>
            <a:pPr/>
            <a:r>
              <a:t>© 2022, Mike Murach &amp; Associates, Inc.</a:t>
            </a:r>
          </a:p>
        </p:txBody>
      </p:sp>
      <p:sp>
        <p:nvSpPr>
          <p:cNvPr id="228" name="Title 1"/>
          <p:cNvSpPr txBox="1"/>
          <p:nvPr>
            <p:ph type="title"/>
          </p:nvPr>
        </p:nvSpPr>
        <p:spPr>
          <a:prstGeom prst="rect">
            <a:avLst/>
          </a:prstGeom>
        </p:spPr>
        <p:txBody>
          <a:bodyPr/>
          <a:lstStyle>
            <a:lvl1pPr>
              <a:spcBef>
                <a:spcPts val="600"/>
              </a:spcBef>
              <a:tabLst>
                <a:tab pos="1371600" algn="l"/>
              </a:tabLst>
            </a:lvl1pPr>
          </a:lstStyle>
          <a:p>
            <a:pPr/>
            <a:r>
              <a:t>SEO guidelines for the meta tags</a:t>
            </a:r>
          </a:p>
        </p:txBody>
      </p:sp>
      <p:sp>
        <p:nvSpPr>
          <p:cNvPr id="229" name="Text Placeholder 2"/>
          <p:cNvSpPr txBox="1"/>
          <p:nvPr>
            <p:ph type="body" idx="1"/>
          </p:nvPr>
        </p:nvSpPr>
        <p:spPr>
          <a:prstGeom prst="rect">
            <a:avLst/>
          </a:prstGeom>
        </p:spPr>
        <p:txBody>
          <a:bodyPr/>
          <a:lstStyle/>
          <a:p>
            <a:pPr marL="342900" marR="274320" indent="-342900">
              <a:spcBef>
                <a:spcPts val="600"/>
              </a:spcBef>
              <a:buSzPct val="100000"/>
              <a:buFont typeface="Symbol"/>
              <a:buChar char="·"/>
              <a:defRPr spc="-100">
                <a:latin typeface="+mn-lt"/>
                <a:ea typeface="+mn-ea"/>
                <a:cs typeface="+mn-cs"/>
                <a:sym typeface="Times New Roman"/>
              </a:defRPr>
            </a:pPr>
            <a:r>
              <a:t>Code the description metadata for each page of your website.</a:t>
            </a:r>
          </a:p>
          <a:p>
            <a:pPr marL="342900" marR="274320" indent="-342900">
              <a:spcBef>
                <a:spcPts val="600"/>
              </a:spcBef>
              <a:buSzPct val="100000"/>
              <a:buFont typeface="Symbol"/>
              <a:buChar char="·"/>
              <a:defRPr spc="-100">
                <a:latin typeface="+mn-lt"/>
                <a:ea typeface="+mn-ea"/>
                <a:cs typeface="+mn-cs"/>
                <a:sym typeface="Times New Roman"/>
              </a:defRPr>
            </a:pPr>
            <a:r>
              <a:t>The description should summarize the contents of the page, it should be unique for each page, and it can be longer than the title tag. </a:t>
            </a:r>
          </a:p>
          <a:p>
            <a:pPr marL="342900" marR="274320" indent="-342900">
              <a:spcBef>
                <a:spcPts val="600"/>
              </a:spcBef>
              <a:buSzPct val="100000"/>
              <a:buFont typeface="Symbol"/>
              <a:buChar char="·"/>
              <a:defRPr spc="-100">
                <a:latin typeface="+mn-lt"/>
                <a:ea typeface="+mn-ea"/>
                <a:cs typeface="+mn-cs"/>
                <a:sym typeface="Times New Roman"/>
              </a:defRPr>
            </a:pPr>
            <a:r>
              <a:t>When the description is displayed in the search-engine results, it should encourage users to click on your link.</a:t>
            </a:r>
          </a:p>
        </p:txBody>
      </p:sp>
      <p:sp>
        <p:nvSpPr>
          <p:cNvPr id="230" name="Date Placeholder 3"/>
          <p:cNvSpPr txBox="1"/>
          <p:nvPr/>
        </p:nvSpPr>
        <p:spPr>
          <a:xfrm>
            <a:off x="2788920" y="6347460"/>
            <a:ext cx="3566160" cy="358141"/>
          </a:xfrm>
          <a:prstGeom prst="rect">
            <a:avLst/>
          </a:prstGeom>
          <a:ln w="12700">
            <a:miter lim="400000"/>
          </a:ln>
          <a:extLst>
            <a:ext uri="{C572A759-6A51-4108-AA02-DFA0A04FC94B}">
              <ma14:wrappingTextBoxFlag xmlns:ma14="http://schemas.microsoft.com/office/mac/drawingml/2011/main" val="1"/>
            </a:ext>
          </a:extLst>
        </p:spPr>
        <p:txBody>
          <a:bodyPr lIns="45719" rIns="45719" anchor="b">
            <a:spAutoFit/>
          </a:bodyPr>
          <a:lstStyle>
            <a:lvl1pPr algn="ctr">
              <a:defRPr b="1" i="1" sz="1800">
                <a:solidFill>
                  <a:schemeClr val="accent3">
                    <a:lumOff val="44000"/>
                  </a:schemeClr>
                </a:solidFill>
                <a:latin typeface="Arial Narrow"/>
                <a:ea typeface="Arial Narrow"/>
                <a:cs typeface="Arial Narrow"/>
                <a:sym typeface="Arial Narrow"/>
              </a:defRPr>
            </a:lvl1pPr>
          </a:lstStyle>
          <a:p>
            <a:pPr/>
            <a:r>
              <a:t>Murach's HTML and CSS, 5th Edition</a:t>
            </a:r>
          </a:p>
        </p:txBody>
      </p:sp>
      <p:sp>
        <p:nvSpPr>
          <p:cNvPr id="231" name="Slide Number Placeholder 5"/>
          <p:cNvSpPr txBox="1"/>
          <p:nvPr>
            <p:ph type="sldNum" sz="quarter" idx="2"/>
          </p:nvPr>
        </p:nvSpPr>
        <p:spPr>
          <a:xfrm>
            <a:off x="6629400" y="6418513"/>
            <a:ext cx="281940" cy="287087"/>
          </a:xfrm>
          <a:prstGeom prst="rect">
            <a:avLst/>
          </a:prstGeom>
          <a:extLst>
            <a:ext uri="{C572A759-6A51-4108-AA02-DFA0A04FC94B}">
              <ma14:wrappingTextBoxFlag xmlns:ma14="http://schemas.microsoft.com/office/mac/drawingml/2011/main" val="1"/>
            </a:ext>
          </a:extLst>
        </p:spPr>
        <p:txBody>
          <a:bodyPr/>
          <a:lstStyle>
            <a:lvl1pPr algn="l">
              <a:defRPr sz="1400">
                <a:latin typeface="+mn-lt"/>
                <a:ea typeface="+mn-ea"/>
                <a:cs typeface="+mn-cs"/>
                <a:sym typeface="Times New Roman"/>
              </a:defRPr>
            </a:lvl1pPr>
          </a:lstStyle>
          <a:p>
            <a:pPr/>
            <a:fld id="{86CB4B4D-7CA3-9044-876B-883B54F8677D}" type="slidenum"/>
          </a:p>
        </p:txBody>
      </p:sp>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3" name="Footer Placeholder 4"/>
          <p:cNvSpPr txBox="1"/>
          <p:nvPr/>
        </p:nvSpPr>
        <p:spPr>
          <a:xfrm>
            <a:off x="121920" y="6537959"/>
            <a:ext cx="2651761" cy="167641"/>
          </a:xfrm>
          <a:prstGeom prst="rect">
            <a:avLst/>
          </a:prstGeom>
          <a:ln w="12700">
            <a:miter lim="400000"/>
          </a:ln>
          <a:extLst>
            <a:ext uri="{C572A759-6A51-4108-AA02-DFA0A04FC94B}">
              <ma14:wrappingTextBoxFlag xmlns:ma14="http://schemas.microsoft.com/office/mac/drawingml/2011/main" val="1"/>
            </a:ext>
          </a:extLst>
        </p:spPr>
        <p:txBody>
          <a:bodyPr lIns="45719" rIns="45719" anchor="b">
            <a:spAutoFit/>
          </a:bodyPr>
          <a:lstStyle>
            <a:lvl1pPr algn="ctr">
              <a:defRPr sz="500">
                <a:solidFill>
                  <a:schemeClr val="accent3">
                    <a:lumOff val="44000"/>
                  </a:schemeClr>
                </a:solidFill>
                <a:latin typeface="Arial Narrow"/>
                <a:ea typeface="Arial Narrow"/>
                <a:cs typeface="Arial Narrow"/>
                <a:sym typeface="Arial Narrow"/>
              </a:defRPr>
            </a:lvl1pPr>
          </a:lstStyle>
          <a:p>
            <a:pPr/>
            <a:r>
              <a:t>© 2022, Mike Murach &amp; Associates, Inc.</a:t>
            </a:r>
          </a:p>
        </p:txBody>
      </p:sp>
      <p:sp>
        <p:nvSpPr>
          <p:cNvPr id="234" name="Title 1"/>
          <p:cNvSpPr txBox="1"/>
          <p:nvPr>
            <p:ph type="title"/>
          </p:nvPr>
        </p:nvSpPr>
        <p:spPr>
          <a:prstGeom prst="rect">
            <a:avLst/>
          </a:prstGeom>
        </p:spPr>
        <p:txBody>
          <a:bodyPr/>
          <a:lstStyle>
            <a:lvl1pPr>
              <a:spcBef>
                <a:spcPts val="600"/>
              </a:spcBef>
              <a:tabLst>
                <a:tab pos="1371600" algn="l"/>
              </a:tabLst>
            </a:lvl1pPr>
          </a:lstStyle>
          <a:p>
            <a:pPr/>
            <a:r>
              <a:t>HTML that uses block elements</a:t>
            </a:r>
          </a:p>
        </p:txBody>
      </p:sp>
      <p:sp>
        <p:nvSpPr>
          <p:cNvPr id="235" name="Text Placeholder 2"/>
          <p:cNvSpPr txBox="1"/>
          <p:nvPr>
            <p:ph type="body" idx="1"/>
          </p:nvPr>
        </p:nvSpPr>
        <p:spPr>
          <a:xfrm>
            <a:off x="838200" y="1066800"/>
            <a:ext cx="7391400" cy="3889992"/>
          </a:xfrm>
          <a:prstGeom prst="rect">
            <a:avLst/>
          </a:prstGeom>
        </p:spPr>
        <p:txBody>
          <a:bodyPr/>
          <a:lstStyle/>
          <a:p>
            <a:pPr>
              <a:spcBef>
                <a:spcPts val="300"/>
              </a:spcBef>
              <a:defRPr b="1" sz="1600">
                <a:latin typeface="Courier New"/>
                <a:ea typeface="Courier New"/>
                <a:cs typeface="Courier New"/>
                <a:sym typeface="Courier New"/>
              </a:defRPr>
            </a:pPr>
            <a:r>
              <a:t>&lt;h1&gt;San Joaquin Valley Town Hall Programs&lt;/h1&gt;</a:t>
            </a:r>
          </a:p>
          <a:p>
            <a:pPr>
              <a:spcBef>
                <a:spcPts val="300"/>
              </a:spcBef>
              <a:defRPr b="1" sz="1600">
                <a:latin typeface="Courier New"/>
                <a:ea typeface="Courier New"/>
                <a:cs typeface="Courier New"/>
                <a:sym typeface="Courier New"/>
              </a:defRPr>
            </a:pPr>
            <a:r>
              <a:t>&lt;h2&gt;Pre-lecture coffee at the Saroyan&lt;/h2&gt;</a:t>
            </a:r>
          </a:p>
          <a:p>
            <a:pPr marL="396875" indent="-396875">
              <a:spcBef>
                <a:spcPts val="300"/>
              </a:spcBef>
              <a:defRPr b="1" sz="1600">
                <a:latin typeface="Courier New"/>
                <a:ea typeface="Courier New"/>
                <a:cs typeface="Courier New"/>
                <a:sym typeface="Courier New"/>
              </a:defRPr>
            </a:pPr>
            <a:r>
              <a:t>&lt;p&gt;Joins us for a complimentary coffee hour, 9:15 to 10:15 a.m. on the day of each lecture. The speakers usually attend this very special event.&lt;/p&gt;</a:t>
            </a:r>
          </a:p>
          <a:p>
            <a:pPr>
              <a:defRPr b="1" sz="1600">
                <a:latin typeface="Courier New"/>
                <a:ea typeface="Courier New"/>
                <a:cs typeface="Courier New"/>
                <a:sym typeface="Courier New"/>
              </a:defRPr>
            </a:pPr>
          </a:p>
          <a:p>
            <a:pPr>
              <a:spcBef>
                <a:spcPts val="300"/>
              </a:spcBef>
              <a:defRPr b="1" sz="1600">
                <a:latin typeface="Courier New"/>
                <a:ea typeface="Courier New"/>
                <a:cs typeface="Courier New"/>
                <a:sym typeface="Courier New"/>
              </a:defRPr>
            </a:pPr>
            <a:r>
              <a:t>&lt;h2&gt;Post-lecture luncheon at the Saroyan&lt;/h2&gt;</a:t>
            </a:r>
          </a:p>
          <a:p>
            <a:pPr marL="396875" indent="-396875">
              <a:spcBef>
                <a:spcPts val="300"/>
              </a:spcBef>
              <a:defRPr b="1" sz="1600">
                <a:latin typeface="Courier New"/>
                <a:ea typeface="Courier New"/>
                <a:cs typeface="Courier New"/>
                <a:sym typeface="Courier New"/>
              </a:defRPr>
            </a:pPr>
            <a:r>
              <a:t>&lt;p&gt;Extend the excitement of Town Hall by purchasing tickets to the luncheons&lt;/p&gt;</a:t>
            </a:r>
          </a:p>
        </p:txBody>
      </p:sp>
      <p:sp>
        <p:nvSpPr>
          <p:cNvPr id="236" name="Date Placeholder 3"/>
          <p:cNvSpPr txBox="1"/>
          <p:nvPr/>
        </p:nvSpPr>
        <p:spPr>
          <a:xfrm>
            <a:off x="2788920" y="6347460"/>
            <a:ext cx="3566160" cy="358141"/>
          </a:xfrm>
          <a:prstGeom prst="rect">
            <a:avLst/>
          </a:prstGeom>
          <a:ln w="12700">
            <a:miter lim="400000"/>
          </a:ln>
          <a:extLst>
            <a:ext uri="{C572A759-6A51-4108-AA02-DFA0A04FC94B}">
              <ma14:wrappingTextBoxFlag xmlns:ma14="http://schemas.microsoft.com/office/mac/drawingml/2011/main" val="1"/>
            </a:ext>
          </a:extLst>
        </p:spPr>
        <p:txBody>
          <a:bodyPr lIns="45719" rIns="45719" anchor="b">
            <a:spAutoFit/>
          </a:bodyPr>
          <a:lstStyle>
            <a:lvl1pPr algn="ctr">
              <a:defRPr b="1" i="1" sz="1800">
                <a:solidFill>
                  <a:schemeClr val="accent3">
                    <a:lumOff val="44000"/>
                  </a:schemeClr>
                </a:solidFill>
                <a:latin typeface="Arial Narrow"/>
                <a:ea typeface="Arial Narrow"/>
                <a:cs typeface="Arial Narrow"/>
                <a:sym typeface="Arial Narrow"/>
              </a:defRPr>
            </a:lvl1pPr>
          </a:lstStyle>
          <a:p>
            <a:pPr/>
            <a:r>
              <a:t>Murach's HTML and CSS, 5th Edition</a:t>
            </a:r>
          </a:p>
        </p:txBody>
      </p:sp>
      <p:sp>
        <p:nvSpPr>
          <p:cNvPr id="237" name="Slide Number Placeholder 5"/>
          <p:cNvSpPr txBox="1"/>
          <p:nvPr>
            <p:ph type="sldNum" sz="quarter" idx="2"/>
          </p:nvPr>
        </p:nvSpPr>
        <p:spPr>
          <a:xfrm>
            <a:off x="6629400" y="6418513"/>
            <a:ext cx="275342" cy="287087"/>
          </a:xfrm>
          <a:prstGeom prst="rect">
            <a:avLst/>
          </a:prstGeom>
          <a:extLst>
            <a:ext uri="{C572A759-6A51-4108-AA02-DFA0A04FC94B}">
              <ma14:wrappingTextBoxFlag xmlns:ma14="http://schemas.microsoft.com/office/mac/drawingml/2011/main" val="1"/>
            </a:ext>
          </a:extLst>
        </p:spPr>
        <p:txBody>
          <a:bodyPr/>
          <a:lstStyle>
            <a:lvl1pPr algn="l">
              <a:defRPr sz="1400">
                <a:latin typeface="+mn-lt"/>
                <a:ea typeface="+mn-ea"/>
                <a:cs typeface="+mn-cs"/>
                <a:sym typeface="Times New Roman"/>
              </a:defRPr>
            </a:lvl1pPr>
          </a:lstStyle>
          <a:p>
            <a:pPr/>
            <a:fld id="{86CB4B4D-7CA3-9044-876B-883B54F8677D}" type="slidenum"/>
          </a:p>
        </p:txBody>
      </p:sp>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1" name="Footer Placeholder 4"/>
          <p:cNvSpPr txBox="1"/>
          <p:nvPr/>
        </p:nvSpPr>
        <p:spPr>
          <a:xfrm>
            <a:off x="121920" y="6537959"/>
            <a:ext cx="2651761" cy="167641"/>
          </a:xfrm>
          <a:prstGeom prst="rect">
            <a:avLst/>
          </a:prstGeom>
          <a:ln w="12700">
            <a:miter lim="400000"/>
          </a:ln>
          <a:extLst>
            <a:ext uri="{C572A759-6A51-4108-AA02-DFA0A04FC94B}">
              <ma14:wrappingTextBoxFlag xmlns:ma14="http://schemas.microsoft.com/office/mac/drawingml/2011/main" val="1"/>
            </a:ext>
          </a:extLst>
        </p:spPr>
        <p:txBody>
          <a:bodyPr lIns="45719" rIns="45719" anchor="b">
            <a:spAutoFit/>
          </a:bodyPr>
          <a:lstStyle>
            <a:lvl1pPr algn="ctr">
              <a:defRPr sz="500">
                <a:solidFill>
                  <a:schemeClr val="accent3">
                    <a:lumOff val="44000"/>
                  </a:schemeClr>
                </a:solidFill>
                <a:latin typeface="Arial Narrow"/>
                <a:ea typeface="Arial Narrow"/>
                <a:cs typeface="Arial Narrow"/>
                <a:sym typeface="Arial Narrow"/>
              </a:defRPr>
            </a:lvl1pPr>
          </a:lstStyle>
          <a:p>
            <a:pPr/>
            <a:r>
              <a:t>© 2022, Mike Murach &amp; Associates, Inc.</a:t>
            </a:r>
          </a:p>
        </p:txBody>
      </p:sp>
      <p:sp>
        <p:nvSpPr>
          <p:cNvPr id="242" name="Title 6"/>
          <p:cNvSpPr txBox="1"/>
          <p:nvPr>
            <p:ph type="title"/>
          </p:nvPr>
        </p:nvSpPr>
        <p:spPr>
          <a:prstGeom prst="rect">
            <a:avLst/>
          </a:prstGeom>
        </p:spPr>
        <p:txBody>
          <a:bodyPr/>
          <a:lstStyle>
            <a:lvl1pPr>
              <a:spcBef>
                <a:spcPts val="600"/>
              </a:spcBef>
              <a:tabLst>
                <a:tab pos="1371600" algn="l"/>
              </a:tabLst>
            </a:lvl1pPr>
          </a:lstStyle>
          <a:p>
            <a:pPr/>
            <a:r>
              <a:t>The block elements in a web browser</a:t>
            </a:r>
          </a:p>
        </p:txBody>
      </p:sp>
      <p:pic>
        <p:nvPicPr>
          <p:cNvPr id="243" name="Content Placeholder 8" descr="Content Placeholder 8"/>
          <p:cNvPicPr>
            <a:picLocks noChangeAspect="1"/>
          </p:cNvPicPr>
          <p:nvPr/>
        </p:nvPicPr>
        <p:blipFill>
          <a:blip r:embed="rId2">
            <a:extLst/>
          </a:blip>
          <a:stretch>
            <a:fillRect/>
          </a:stretch>
        </p:blipFill>
        <p:spPr>
          <a:xfrm>
            <a:off x="1219200" y="1143000"/>
            <a:ext cx="6480610" cy="2926334"/>
          </a:xfrm>
          <a:prstGeom prst="rect">
            <a:avLst/>
          </a:prstGeom>
          <a:ln w="12700">
            <a:miter lim="400000"/>
          </a:ln>
        </p:spPr>
      </p:pic>
      <p:sp>
        <p:nvSpPr>
          <p:cNvPr id="244" name="Date Placeholder 3"/>
          <p:cNvSpPr txBox="1"/>
          <p:nvPr/>
        </p:nvSpPr>
        <p:spPr>
          <a:xfrm>
            <a:off x="2788920" y="6347460"/>
            <a:ext cx="3566160" cy="358141"/>
          </a:xfrm>
          <a:prstGeom prst="rect">
            <a:avLst/>
          </a:prstGeom>
          <a:ln w="12700">
            <a:miter lim="400000"/>
          </a:ln>
          <a:extLst>
            <a:ext uri="{C572A759-6A51-4108-AA02-DFA0A04FC94B}">
              <ma14:wrappingTextBoxFlag xmlns:ma14="http://schemas.microsoft.com/office/mac/drawingml/2011/main" val="1"/>
            </a:ext>
          </a:extLst>
        </p:spPr>
        <p:txBody>
          <a:bodyPr lIns="45719" rIns="45719" anchor="b">
            <a:spAutoFit/>
          </a:bodyPr>
          <a:lstStyle>
            <a:lvl1pPr algn="ctr">
              <a:defRPr b="1" i="1" sz="1800">
                <a:solidFill>
                  <a:schemeClr val="accent3">
                    <a:lumOff val="44000"/>
                  </a:schemeClr>
                </a:solidFill>
                <a:latin typeface="Arial Narrow"/>
                <a:ea typeface="Arial Narrow"/>
                <a:cs typeface="Arial Narrow"/>
                <a:sym typeface="Arial Narrow"/>
              </a:defRPr>
            </a:lvl1pPr>
          </a:lstStyle>
          <a:p>
            <a:pPr/>
            <a:r>
              <a:t>Murach's HTML and CSS, 5th Edition</a:t>
            </a:r>
          </a:p>
        </p:txBody>
      </p:sp>
      <p:sp>
        <p:nvSpPr>
          <p:cNvPr id="245" name="Slide Number Placeholder 5"/>
          <p:cNvSpPr txBox="1"/>
          <p:nvPr>
            <p:ph type="sldNum" sz="quarter" idx="2"/>
          </p:nvPr>
        </p:nvSpPr>
        <p:spPr>
          <a:xfrm>
            <a:off x="6629400" y="6418513"/>
            <a:ext cx="281940" cy="287087"/>
          </a:xfrm>
          <a:prstGeom prst="rect">
            <a:avLst/>
          </a:prstGeom>
          <a:extLst>
            <a:ext uri="{C572A759-6A51-4108-AA02-DFA0A04FC94B}">
              <ma14:wrappingTextBoxFlag xmlns:ma14="http://schemas.microsoft.com/office/mac/drawingml/2011/main" val="1"/>
            </a:ext>
          </a:extLst>
        </p:spPr>
        <p:txBody>
          <a:bodyPr/>
          <a:lstStyle>
            <a:lvl1pPr algn="l">
              <a:defRPr sz="1400">
                <a:latin typeface="+mn-lt"/>
                <a:ea typeface="+mn-ea"/>
                <a:cs typeface="+mn-cs"/>
                <a:sym typeface="Times New Roman"/>
              </a:defRPr>
            </a:lvl1pPr>
          </a:lstStyle>
          <a:p>
            <a:pPr/>
            <a:fld id="{86CB4B4D-7CA3-9044-876B-883B54F8677D}" type="slidenum"/>
          </a:p>
        </p:txBody>
      </p:sp>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7" name="Footer Placeholder 4"/>
          <p:cNvSpPr txBox="1"/>
          <p:nvPr/>
        </p:nvSpPr>
        <p:spPr>
          <a:xfrm>
            <a:off x="121920" y="6537959"/>
            <a:ext cx="2651761" cy="167641"/>
          </a:xfrm>
          <a:prstGeom prst="rect">
            <a:avLst/>
          </a:prstGeom>
          <a:ln w="12700">
            <a:miter lim="400000"/>
          </a:ln>
          <a:extLst>
            <a:ext uri="{C572A759-6A51-4108-AA02-DFA0A04FC94B}">
              <ma14:wrappingTextBoxFlag xmlns:ma14="http://schemas.microsoft.com/office/mac/drawingml/2011/main" val="1"/>
            </a:ext>
          </a:extLst>
        </p:spPr>
        <p:txBody>
          <a:bodyPr lIns="45719" rIns="45719" anchor="b">
            <a:spAutoFit/>
          </a:bodyPr>
          <a:lstStyle>
            <a:lvl1pPr algn="ctr">
              <a:defRPr sz="500">
                <a:solidFill>
                  <a:schemeClr val="accent3">
                    <a:lumOff val="44000"/>
                  </a:schemeClr>
                </a:solidFill>
                <a:latin typeface="Arial Narrow"/>
                <a:ea typeface="Arial Narrow"/>
                <a:cs typeface="Arial Narrow"/>
                <a:sym typeface="Arial Narrow"/>
              </a:defRPr>
            </a:lvl1pPr>
          </a:lstStyle>
          <a:p>
            <a:pPr/>
            <a:r>
              <a:t>© 2022, Mike Murach &amp; Associates, Inc.</a:t>
            </a:r>
          </a:p>
        </p:txBody>
      </p:sp>
      <p:sp>
        <p:nvSpPr>
          <p:cNvPr id="248" name="Title 1"/>
          <p:cNvSpPr txBox="1"/>
          <p:nvPr>
            <p:ph type="title"/>
          </p:nvPr>
        </p:nvSpPr>
        <p:spPr>
          <a:prstGeom prst="rect">
            <a:avLst/>
          </a:prstGeom>
        </p:spPr>
        <p:txBody>
          <a:bodyPr/>
          <a:lstStyle>
            <a:lvl1pPr>
              <a:spcBef>
                <a:spcPts val="600"/>
              </a:spcBef>
              <a:tabLst>
                <a:tab pos="1371600" algn="l"/>
              </a:tabLst>
            </a:lvl1pPr>
          </a:lstStyle>
          <a:p>
            <a:pPr/>
            <a:r>
              <a:t>SEO guidelines for heading tags</a:t>
            </a:r>
          </a:p>
        </p:txBody>
      </p:sp>
      <p:sp>
        <p:nvSpPr>
          <p:cNvPr id="249" name="Text Placeholder 2"/>
          <p:cNvSpPr txBox="1"/>
          <p:nvPr>
            <p:ph type="body" idx="1"/>
          </p:nvPr>
        </p:nvSpPr>
        <p:spPr>
          <a:xfrm>
            <a:off x="838200" y="1066800"/>
            <a:ext cx="7467600" cy="4876800"/>
          </a:xfrm>
          <a:prstGeom prst="rect">
            <a:avLst/>
          </a:prstGeom>
        </p:spPr>
        <p:txBody>
          <a:bodyPr/>
          <a:lstStyle/>
          <a:p>
            <a:pPr marL="342900" marR="274320" indent="-342900">
              <a:spcBef>
                <a:spcPts val="600"/>
              </a:spcBef>
              <a:buSzPct val="100000"/>
              <a:buFont typeface="Symbol"/>
              <a:buChar char="·"/>
              <a:defRPr spc="-100">
                <a:latin typeface="+mn-lt"/>
                <a:ea typeface="+mn-ea"/>
                <a:cs typeface="+mn-cs"/>
                <a:sym typeface="Times New Roman"/>
              </a:defRPr>
            </a:pPr>
            <a:r>
              <a:t>Use the heading tags to show the structure and importance of the content on a page. </a:t>
            </a:r>
          </a:p>
          <a:p>
            <a:pPr marL="342900" marR="274320" indent="-342900">
              <a:spcBef>
                <a:spcPts val="600"/>
              </a:spcBef>
              <a:buSzPct val="100000"/>
              <a:buFont typeface="Symbol"/>
              <a:buChar char="·"/>
              <a:defRPr spc="-100">
                <a:latin typeface="+mn-lt"/>
                <a:ea typeface="+mn-ea"/>
                <a:cs typeface="+mn-cs"/>
                <a:sym typeface="Times New Roman"/>
              </a:defRPr>
            </a:pPr>
            <a:r>
              <a:t>Always use the h1 tag to identify the most important information on the page, and only code a single h1 tag on each page.</a:t>
            </a:r>
          </a:p>
          <a:p>
            <a:pPr marL="342900" marR="274320" indent="-342900">
              <a:spcBef>
                <a:spcPts val="600"/>
              </a:spcBef>
              <a:buSzPct val="100000"/>
              <a:buFont typeface="Symbol"/>
              <a:buChar char="·"/>
              <a:defRPr spc="-100">
                <a:latin typeface="+mn-lt"/>
                <a:ea typeface="+mn-ea"/>
                <a:cs typeface="+mn-cs"/>
                <a:sym typeface="Times New Roman"/>
              </a:defRPr>
            </a:pPr>
            <a:r>
              <a:t>Then, decrease one level at a time to show subsequent levels of importance.</a:t>
            </a:r>
          </a:p>
          <a:p>
            <a:pPr marL="342900" marR="274320" indent="-342900">
              <a:spcBef>
                <a:spcPts val="600"/>
              </a:spcBef>
              <a:buSzPct val="100000"/>
              <a:buFont typeface="Symbol"/>
              <a:buChar char="·"/>
              <a:defRPr spc="-100">
                <a:latin typeface="+mn-lt"/>
                <a:ea typeface="+mn-ea"/>
                <a:cs typeface="+mn-cs"/>
                <a:sym typeface="Times New Roman"/>
              </a:defRPr>
            </a:pPr>
            <a:r>
              <a:t>Don’t use heading levels as a way to size text. Instead, use CSS to size the headings.</a:t>
            </a:r>
          </a:p>
        </p:txBody>
      </p:sp>
      <p:sp>
        <p:nvSpPr>
          <p:cNvPr id="250" name="Date Placeholder 3"/>
          <p:cNvSpPr txBox="1"/>
          <p:nvPr/>
        </p:nvSpPr>
        <p:spPr>
          <a:xfrm>
            <a:off x="2788920" y="6347460"/>
            <a:ext cx="3566160" cy="358141"/>
          </a:xfrm>
          <a:prstGeom prst="rect">
            <a:avLst/>
          </a:prstGeom>
          <a:ln w="12700">
            <a:miter lim="400000"/>
          </a:ln>
          <a:extLst>
            <a:ext uri="{C572A759-6A51-4108-AA02-DFA0A04FC94B}">
              <ma14:wrappingTextBoxFlag xmlns:ma14="http://schemas.microsoft.com/office/mac/drawingml/2011/main" val="1"/>
            </a:ext>
          </a:extLst>
        </p:spPr>
        <p:txBody>
          <a:bodyPr lIns="45719" rIns="45719" anchor="b">
            <a:spAutoFit/>
          </a:bodyPr>
          <a:lstStyle>
            <a:lvl1pPr algn="ctr">
              <a:defRPr b="1" i="1" sz="1800">
                <a:solidFill>
                  <a:schemeClr val="accent3">
                    <a:lumOff val="44000"/>
                  </a:schemeClr>
                </a:solidFill>
                <a:latin typeface="Arial Narrow"/>
                <a:ea typeface="Arial Narrow"/>
                <a:cs typeface="Arial Narrow"/>
                <a:sym typeface="Arial Narrow"/>
              </a:defRPr>
            </a:lvl1pPr>
          </a:lstStyle>
          <a:p>
            <a:pPr/>
            <a:r>
              <a:t>Murach's HTML and CSS, 5th Edition</a:t>
            </a:r>
          </a:p>
        </p:txBody>
      </p:sp>
      <p:sp>
        <p:nvSpPr>
          <p:cNvPr id="251" name="Slide Number Placeholder 5"/>
          <p:cNvSpPr txBox="1"/>
          <p:nvPr>
            <p:ph type="sldNum" sz="quarter" idx="2"/>
          </p:nvPr>
        </p:nvSpPr>
        <p:spPr>
          <a:xfrm>
            <a:off x="6629400" y="6418513"/>
            <a:ext cx="281940" cy="287087"/>
          </a:xfrm>
          <a:prstGeom prst="rect">
            <a:avLst/>
          </a:prstGeom>
          <a:extLst>
            <a:ext uri="{C572A759-6A51-4108-AA02-DFA0A04FC94B}">
              <ma14:wrappingTextBoxFlag xmlns:ma14="http://schemas.microsoft.com/office/mac/drawingml/2011/main" val="1"/>
            </a:ext>
          </a:extLst>
        </p:spPr>
        <p:txBody>
          <a:bodyPr/>
          <a:lstStyle>
            <a:lvl1pPr algn="l">
              <a:defRPr sz="1400">
                <a:latin typeface="+mn-lt"/>
                <a:ea typeface="+mn-ea"/>
                <a:cs typeface="+mn-cs"/>
                <a:sym typeface="Times New Roman"/>
              </a:defRPr>
            </a:lvl1pPr>
          </a:lstStyle>
          <a:p>
            <a:pPr/>
            <a:fld id="{86CB4B4D-7CA3-9044-876B-883B54F8677D}" type="slidenum"/>
          </a:p>
        </p:txBody>
      </p:sp>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53" name="Footer Placeholder 4"/>
          <p:cNvSpPr txBox="1"/>
          <p:nvPr/>
        </p:nvSpPr>
        <p:spPr>
          <a:xfrm>
            <a:off x="121920" y="6537959"/>
            <a:ext cx="2651761" cy="167641"/>
          </a:xfrm>
          <a:prstGeom prst="rect">
            <a:avLst/>
          </a:prstGeom>
          <a:ln w="12700">
            <a:miter lim="400000"/>
          </a:ln>
          <a:extLst>
            <a:ext uri="{C572A759-6A51-4108-AA02-DFA0A04FC94B}">
              <ma14:wrappingTextBoxFlag xmlns:ma14="http://schemas.microsoft.com/office/mac/drawingml/2011/main" val="1"/>
            </a:ext>
          </a:extLst>
        </p:spPr>
        <p:txBody>
          <a:bodyPr lIns="45719" rIns="45719" anchor="b">
            <a:spAutoFit/>
          </a:bodyPr>
          <a:lstStyle>
            <a:lvl1pPr algn="ctr">
              <a:defRPr sz="500">
                <a:solidFill>
                  <a:schemeClr val="accent3">
                    <a:lumOff val="44000"/>
                  </a:schemeClr>
                </a:solidFill>
                <a:latin typeface="Arial Narrow"/>
                <a:ea typeface="Arial Narrow"/>
                <a:cs typeface="Arial Narrow"/>
                <a:sym typeface="Arial Narrow"/>
              </a:defRPr>
            </a:lvl1pPr>
          </a:lstStyle>
          <a:p>
            <a:pPr/>
            <a:r>
              <a:t>© 2022, Mike Murach &amp; Associates, Inc.</a:t>
            </a:r>
          </a:p>
        </p:txBody>
      </p:sp>
      <p:sp>
        <p:nvSpPr>
          <p:cNvPr id="254" name="Title 1"/>
          <p:cNvSpPr txBox="1"/>
          <p:nvPr>
            <p:ph type="title"/>
          </p:nvPr>
        </p:nvSpPr>
        <p:spPr>
          <a:prstGeom prst="rect">
            <a:avLst/>
          </a:prstGeom>
        </p:spPr>
        <p:txBody>
          <a:bodyPr/>
          <a:lstStyle>
            <a:lvl1pPr>
              <a:spcBef>
                <a:spcPts val="600"/>
              </a:spcBef>
              <a:tabLst>
                <a:tab pos="1371600" algn="l"/>
              </a:tabLst>
            </a:lvl1pPr>
          </a:lstStyle>
          <a:p>
            <a:pPr/>
            <a:r>
              <a:t>An HTML page with structural elements</a:t>
            </a:r>
          </a:p>
        </p:txBody>
      </p:sp>
      <p:sp>
        <p:nvSpPr>
          <p:cNvPr id="255" name="Text Placeholder 2"/>
          <p:cNvSpPr txBox="1"/>
          <p:nvPr>
            <p:ph type="body" idx="1"/>
          </p:nvPr>
        </p:nvSpPr>
        <p:spPr>
          <a:prstGeom prst="rect">
            <a:avLst/>
          </a:prstGeom>
        </p:spPr>
        <p:txBody>
          <a:bodyPr/>
          <a:lstStyle/>
          <a:p>
            <a:pPr indent="347345">
              <a:spcBef>
                <a:spcPts val="0"/>
              </a:spcBef>
              <a:tabLst>
                <a:tab pos="1371600" algn="l"/>
              </a:tabLst>
              <a:defRPr b="1" sz="1600">
                <a:latin typeface="Courier New"/>
                <a:ea typeface="Courier New"/>
                <a:cs typeface="Courier New"/>
                <a:sym typeface="Courier New"/>
              </a:defRPr>
            </a:pPr>
            <a:r>
              <a:t>&lt;body&gt;</a:t>
            </a:r>
          </a:p>
          <a:p>
            <a:pPr indent="347345">
              <a:spcBef>
                <a:spcPts val="0"/>
              </a:spcBef>
              <a:tabLst>
                <a:tab pos="1371600" algn="l"/>
              </a:tabLst>
              <a:defRPr b="1" sz="1600">
                <a:latin typeface="Courier New"/>
                <a:ea typeface="Courier New"/>
                <a:cs typeface="Courier New"/>
                <a:sym typeface="Courier New"/>
              </a:defRPr>
            </a:pPr>
            <a:r>
              <a:t>    &lt;header&gt;</a:t>
            </a:r>
          </a:p>
          <a:p>
            <a:pPr indent="347345">
              <a:spcBef>
                <a:spcPts val="0"/>
              </a:spcBef>
              <a:tabLst>
                <a:tab pos="1371600" algn="l"/>
              </a:tabLst>
              <a:defRPr b="1" sz="1600">
                <a:latin typeface="Courier New"/>
                <a:ea typeface="Courier New"/>
                <a:cs typeface="Courier New"/>
                <a:sym typeface="Courier New"/>
              </a:defRPr>
            </a:pPr>
            <a:r>
              <a:t>        &lt;h1&gt;San Joaquin Valley Town Hall&lt;/h1&gt;</a:t>
            </a:r>
          </a:p>
          <a:p>
            <a:pPr indent="347345">
              <a:spcBef>
                <a:spcPts val="0"/>
              </a:spcBef>
              <a:tabLst>
                <a:tab pos="1371600" algn="l"/>
              </a:tabLst>
              <a:defRPr b="1" sz="1600">
                <a:latin typeface="Courier New"/>
                <a:ea typeface="Courier New"/>
                <a:cs typeface="Courier New"/>
                <a:sym typeface="Courier New"/>
              </a:defRPr>
            </a:pPr>
            <a:r>
              <a:t>    &lt;/header&gt;</a:t>
            </a:r>
          </a:p>
          <a:p>
            <a:pPr indent="347345">
              <a:spcBef>
                <a:spcPts val="0"/>
              </a:spcBef>
              <a:tabLst>
                <a:tab pos="1371600" algn="l"/>
              </a:tabLst>
              <a:defRPr b="1" sz="1600">
                <a:latin typeface="Courier New"/>
                <a:ea typeface="Courier New"/>
                <a:cs typeface="Courier New"/>
                <a:sym typeface="Courier New"/>
              </a:defRPr>
            </a:pPr>
            <a:r>
              <a:t>    &lt;main&gt;</a:t>
            </a:r>
          </a:p>
          <a:p>
            <a:pPr indent="347345">
              <a:spcBef>
                <a:spcPts val="0"/>
              </a:spcBef>
              <a:tabLst>
                <a:tab pos="1371600" algn="l"/>
              </a:tabLst>
              <a:defRPr b="1" sz="1600">
                <a:latin typeface="Courier New"/>
                <a:ea typeface="Courier New"/>
                <a:cs typeface="Courier New"/>
                <a:sym typeface="Courier New"/>
              </a:defRPr>
            </a:pPr>
            <a:r>
              <a:t>        &lt;p&gt;Welcome to San Joaquin Valley Town Hall. We </a:t>
            </a:r>
            <a:br/>
            <a:r>
              <a:t>           have some fascinating speakers for you this </a:t>
            </a:r>
            <a:br/>
            <a:r>
              <a:t>           season!&lt;/p&gt;</a:t>
            </a:r>
          </a:p>
          <a:p>
            <a:pPr indent="347345">
              <a:spcBef>
                <a:spcPts val="0"/>
              </a:spcBef>
              <a:tabLst>
                <a:tab pos="1371600" algn="l"/>
              </a:tabLst>
              <a:defRPr b="1" sz="1600">
                <a:latin typeface="Courier New"/>
                <a:ea typeface="Courier New"/>
                <a:cs typeface="Courier New"/>
                <a:sym typeface="Courier New"/>
              </a:defRPr>
            </a:pPr>
            <a:r>
              <a:t>    &lt;/main&gt;</a:t>
            </a:r>
          </a:p>
          <a:p>
            <a:pPr indent="347345">
              <a:spcBef>
                <a:spcPts val="0"/>
              </a:spcBef>
              <a:tabLst>
                <a:tab pos="1371600" algn="l"/>
              </a:tabLst>
              <a:defRPr b="1" sz="1600">
                <a:latin typeface="Courier New"/>
                <a:ea typeface="Courier New"/>
                <a:cs typeface="Courier New"/>
                <a:sym typeface="Courier New"/>
              </a:defRPr>
            </a:pPr>
            <a:r>
              <a:t>    &lt;footer&gt;</a:t>
            </a:r>
          </a:p>
          <a:p>
            <a:pPr indent="347345">
              <a:spcBef>
                <a:spcPts val="0"/>
              </a:spcBef>
              <a:tabLst>
                <a:tab pos="1371600" algn="l"/>
              </a:tabLst>
              <a:defRPr b="1" sz="1600">
                <a:latin typeface="Courier New"/>
                <a:ea typeface="Courier New"/>
                <a:cs typeface="Courier New"/>
                <a:sym typeface="Courier New"/>
              </a:defRPr>
            </a:pPr>
            <a:r>
              <a:t>        &lt;p&gt;&amp;copy; Copyright 2022 San Joaquin Valley Town </a:t>
            </a:r>
            <a:br/>
            <a:r>
              <a:t>           Hall.&lt;/p&gt;</a:t>
            </a:r>
          </a:p>
          <a:p>
            <a:pPr indent="347345">
              <a:spcBef>
                <a:spcPts val="0"/>
              </a:spcBef>
              <a:tabLst>
                <a:tab pos="1371600" algn="l"/>
              </a:tabLst>
              <a:defRPr b="1" sz="1600">
                <a:latin typeface="Courier New"/>
                <a:ea typeface="Courier New"/>
                <a:cs typeface="Courier New"/>
                <a:sym typeface="Courier New"/>
              </a:defRPr>
            </a:pPr>
            <a:r>
              <a:t>    &lt;/footer&gt;</a:t>
            </a:r>
          </a:p>
          <a:p>
            <a:pPr indent="347345">
              <a:spcBef>
                <a:spcPts val="0"/>
              </a:spcBef>
              <a:tabLst>
                <a:tab pos="1371600" algn="l"/>
              </a:tabLst>
              <a:defRPr b="1" sz="1600">
                <a:latin typeface="Courier New"/>
                <a:ea typeface="Courier New"/>
                <a:cs typeface="Courier New"/>
                <a:sym typeface="Courier New"/>
              </a:defRPr>
            </a:pPr>
            <a:r>
              <a:t>&lt;/body&gt;</a:t>
            </a:r>
          </a:p>
          <a:p>
            <a:pPr>
              <a:spcBef>
                <a:spcPts val="1500"/>
              </a:spcBef>
              <a:tabLst>
                <a:tab pos="1371600" algn="l"/>
              </a:tabLst>
              <a:defRPr b="1" sz="2400">
                <a:solidFill>
                  <a:srgbClr val="000099"/>
                </a:solidFill>
              </a:defRPr>
            </a:pPr>
            <a:r>
              <a:t>Accessibility and SEO guideline</a:t>
            </a:r>
          </a:p>
          <a:p>
            <a:pPr marL="342900" marR="274320" indent="-342900">
              <a:spcBef>
                <a:spcPts val="600"/>
              </a:spcBef>
              <a:buSzPct val="100000"/>
              <a:buFont typeface="Symbol"/>
              <a:buChar char="·"/>
              <a:defRPr spc="-100">
                <a:latin typeface="+mn-lt"/>
                <a:ea typeface="+mn-ea"/>
                <a:cs typeface="+mn-cs"/>
                <a:sym typeface="Times New Roman"/>
              </a:defRPr>
            </a:pPr>
            <a:r>
              <a:t>Use the HTML structural elements to indicate the structure of your pages.</a:t>
            </a:r>
          </a:p>
        </p:txBody>
      </p:sp>
      <p:sp>
        <p:nvSpPr>
          <p:cNvPr id="256" name="Date Placeholder 3"/>
          <p:cNvSpPr txBox="1"/>
          <p:nvPr/>
        </p:nvSpPr>
        <p:spPr>
          <a:xfrm>
            <a:off x="2788920" y="6347460"/>
            <a:ext cx="3566160" cy="358141"/>
          </a:xfrm>
          <a:prstGeom prst="rect">
            <a:avLst/>
          </a:prstGeom>
          <a:ln w="12700">
            <a:miter lim="400000"/>
          </a:ln>
          <a:extLst>
            <a:ext uri="{C572A759-6A51-4108-AA02-DFA0A04FC94B}">
              <ma14:wrappingTextBoxFlag xmlns:ma14="http://schemas.microsoft.com/office/mac/drawingml/2011/main" val="1"/>
            </a:ext>
          </a:extLst>
        </p:spPr>
        <p:txBody>
          <a:bodyPr lIns="45719" rIns="45719" anchor="b">
            <a:spAutoFit/>
          </a:bodyPr>
          <a:lstStyle>
            <a:lvl1pPr algn="ctr">
              <a:defRPr b="1" i="1" sz="1800">
                <a:solidFill>
                  <a:schemeClr val="accent3">
                    <a:lumOff val="44000"/>
                  </a:schemeClr>
                </a:solidFill>
                <a:latin typeface="Arial Narrow"/>
                <a:ea typeface="Arial Narrow"/>
                <a:cs typeface="Arial Narrow"/>
                <a:sym typeface="Arial Narrow"/>
              </a:defRPr>
            </a:lvl1pPr>
          </a:lstStyle>
          <a:p>
            <a:pPr/>
            <a:r>
              <a:t>Murach's HTML and CSS, 5th Edition</a:t>
            </a:r>
          </a:p>
        </p:txBody>
      </p:sp>
      <p:sp>
        <p:nvSpPr>
          <p:cNvPr id="257" name="Slide Number Placeholder 5"/>
          <p:cNvSpPr txBox="1"/>
          <p:nvPr>
            <p:ph type="sldNum" sz="quarter" idx="2"/>
          </p:nvPr>
        </p:nvSpPr>
        <p:spPr>
          <a:xfrm>
            <a:off x="6629400" y="6418513"/>
            <a:ext cx="281940" cy="287087"/>
          </a:xfrm>
          <a:prstGeom prst="rect">
            <a:avLst/>
          </a:prstGeom>
          <a:extLst>
            <a:ext uri="{C572A759-6A51-4108-AA02-DFA0A04FC94B}">
              <ma14:wrappingTextBoxFlag xmlns:ma14="http://schemas.microsoft.com/office/mac/drawingml/2011/main" val="1"/>
            </a:ext>
          </a:extLst>
        </p:spPr>
        <p:txBody>
          <a:bodyPr/>
          <a:lstStyle>
            <a:lvl1pPr algn="l">
              <a:defRPr sz="1400">
                <a:latin typeface="+mn-lt"/>
                <a:ea typeface="+mn-ea"/>
                <a:cs typeface="+mn-cs"/>
                <a:sym typeface="Times New Roman"/>
              </a:defRPr>
            </a:lvl1pPr>
          </a:lstStyle>
          <a:p>
            <a:pPr/>
            <a:fld id="{86CB4B4D-7CA3-9044-876B-883B54F8677D}" type="slidenum"/>
          </a:p>
        </p:txBody>
      </p:sp>
    </p:spTree>
  </p:cSld>
  <p:clrMapOvr>
    <a:masterClrMapping/>
  </p:clrMapOvr>
  <p:transition xmlns:p14="http://schemas.microsoft.com/office/powerpoint/2010/main" spd="med" advClick="1"/>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61" name="Footer Placeholder 4"/>
          <p:cNvSpPr txBox="1"/>
          <p:nvPr/>
        </p:nvSpPr>
        <p:spPr>
          <a:xfrm>
            <a:off x="121920" y="6537959"/>
            <a:ext cx="2651761" cy="167641"/>
          </a:xfrm>
          <a:prstGeom prst="rect">
            <a:avLst/>
          </a:prstGeom>
          <a:ln w="12700">
            <a:miter lim="400000"/>
          </a:ln>
          <a:extLst>
            <a:ext uri="{C572A759-6A51-4108-AA02-DFA0A04FC94B}">
              <ma14:wrappingTextBoxFlag xmlns:ma14="http://schemas.microsoft.com/office/mac/drawingml/2011/main" val="1"/>
            </a:ext>
          </a:extLst>
        </p:spPr>
        <p:txBody>
          <a:bodyPr lIns="45719" rIns="45719" anchor="b">
            <a:spAutoFit/>
          </a:bodyPr>
          <a:lstStyle>
            <a:lvl1pPr algn="ctr">
              <a:defRPr sz="500">
                <a:solidFill>
                  <a:schemeClr val="accent3">
                    <a:lumOff val="44000"/>
                  </a:schemeClr>
                </a:solidFill>
                <a:latin typeface="Arial Narrow"/>
                <a:ea typeface="Arial Narrow"/>
                <a:cs typeface="Arial Narrow"/>
                <a:sym typeface="Arial Narrow"/>
              </a:defRPr>
            </a:lvl1pPr>
          </a:lstStyle>
          <a:p>
            <a:pPr/>
            <a:r>
              <a:t>© 2022, Mike Murach &amp; Associates, Inc.</a:t>
            </a:r>
          </a:p>
        </p:txBody>
      </p:sp>
      <p:sp>
        <p:nvSpPr>
          <p:cNvPr id="262" name="Title 6"/>
          <p:cNvSpPr txBox="1"/>
          <p:nvPr>
            <p:ph type="title"/>
          </p:nvPr>
        </p:nvSpPr>
        <p:spPr>
          <a:prstGeom prst="rect">
            <a:avLst/>
          </a:prstGeom>
        </p:spPr>
        <p:txBody>
          <a:bodyPr/>
          <a:lstStyle>
            <a:lvl1pPr>
              <a:spcBef>
                <a:spcPts val="600"/>
              </a:spcBef>
              <a:tabLst>
                <a:tab pos="1371600" algn="l"/>
              </a:tabLst>
            </a:lvl1pPr>
          </a:lstStyle>
          <a:p>
            <a:pPr/>
            <a:r>
              <a:t>The page displayed in a web browser</a:t>
            </a:r>
          </a:p>
        </p:txBody>
      </p:sp>
      <p:pic>
        <p:nvPicPr>
          <p:cNvPr id="263" name="Content Placeholder 2" descr="Content Placeholder 2"/>
          <p:cNvPicPr>
            <a:picLocks noChangeAspect="1"/>
          </p:cNvPicPr>
          <p:nvPr/>
        </p:nvPicPr>
        <p:blipFill>
          <a:blip r:embed="rId3">
            <a:extLst/>
          </a:blip>
          <a:stretch>
            <a:fillRect/>
          </a:stretch>
        </p:blipFill>
        <p:spPr>
          <a:xfrm>
            <a:off x="914400" y="1143000"/>
            <a:ext cx="7384948" cy="1752600"/>
          </a:xfrm>
          <a:prstGeom prst="rect">
            <a:avLst/>
          </a:prstGeom>
          <a:ln w="12700">
            <a:miter lim="400000"/>
          </a:ln>
        </p:spPr>
      </p:pic>
      <p:sp>
        <p:nvSpPr>
          <p:cNvPr id="264" name="Date Placeholder 3"/>
          <p:cNvSpPr txBox="1"/>
          <p:nvPr/>
        </p:nvSpPr>
        <p:spPr>
          <a:xfrm>
            <a:off x="2788920" y="6347460"/>
            <a:ext cx="3566160" cy="358141"/>
          </a:xfrm>
          <a:prstGeom prst="rect">
            <a:avLst/>
          </a:prstGeom>
          <a:ln w="12700">
            <a:miter lim="400000"/>
          </a:ln>
          <a:extLst>
            <a:ext uri="{C572A759-6A51-4108-AA02-DFA0A04FC94B}">
              <ma14:wrappingTextBoxFlag xmlns:ma14="http://schemas.microsoft.com/office/mac/drawingml/2011/main" val="1"/>
            </a:ext>
          </a:extLst>
        </p:spPr>
        <p:txBody>
          <a:bodyPr lIns="45719" rIns="45719" anchor="b">
            <a:spAutoFit/>
          </a:bodyPr>
          <a:lstStyle>
            <a:lvl1pPr algn="ctr">
              <a:defRPr b="1" i="1" sz="1800">
                <a:solidFill>
                  <a:schemeClr val="accent3">
                    <a:lumOff val="44000"/>
                  </a:schemeClr>
                </a:solidFill>
                <a:latin typeface="Arial Narrow"/>
                <a:ea typeface="Arial Narrow"/>
                <a:cs typeface="Arial Narrow"/>
                <a:sym typeface="Arial Narrow"/>
              </a:defRPr>
            </a:lvl1pPr>
          </a:lstStyle>
          <a:p>
            <a:pPr/>
            <a:r>
              <a:t>Murach's HTML and CSS, 5th Edition</a:t>
            </a:r>
          </a:p>
        </p:txBody>
      </p:sp>
      <p:sp>
        <p:nvSpPr>
          <p:cNvPr id="265" name="Slide Number Placeholder 5"/>
          <p:cNvSpPr txBox="1"/>
          <p:nvPr>
            <p:ph type="sldNum" sz="quarter" idx="2"/>
          </p:nvPr>
        </p:nvSpPr>
        <p:spPr>
          <a:xfrm>
            <a:off x="6629400" y="6418513"/>
            <a:ext cx="281940" cy="287087"/>
          </a:xfrm>
          <a:prstGeom prst="rect">
            <a:avLst/>
          </a:prstGeom>
          <a:extLst>
            <a:ext uri="{C572A759-6A51-4108-AA02-DFA0A04FC94B}">
              <ma14:wrappingTextBoxFlag xmlns:ma14="http://schemas.microsoft.com/office/mac/drawingml/2011/main" val="1"/>
            </a:ext>
          </a:extLst>
        </p:spPr>
        <p:txBody>
          <a:bodyPr/>
          <a:lstStyle>
            <a:lvl1pPr algn="l">
              <a:defRPr sz="1400">
                <a:latin typeface="+mn-lt"/>
                <a:ea typeface="+mn-ea"/>
                <a:cs typeface="+mn-cs"/>
                <a:sym typeface="Times New Roman"/>
              </a:defRPr>
            </a:lvl1pPr>
          </a:lstStyle>
          <a:p>
            <a:pPr/>
            <a:fld id="{86CB4B4D-7CA3-9044-876B-883B54F8677D}" type="slidenum"/>
          </a:p>
        </p:txBody>
      </p:sp>
    </p:spTree>
  </p:cSld>
  <p:clrMapOvr>
    <a:masterClrMapping/>
  </p:clrMapOvr>
  <p:transition xmlns:p14="http://schemas.microsoft.com/office/powerpoint/2010/main" spd="med" advClick="1"/>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69" name="Footer Placeholder 4"/>
          <p:cNvSpPr txBox="1"/>
          <p:nvPr/>
        </p:nvSpPr>
        <p:spPr>
          <a:xfrm>
            <a:off x="121920" y="6537959"/>
            <a:ext cx="2651761" cy="167641"/>
          </a:xfrm>
          <a:prstGeom prst="rect">
            <a:avLst/>
          </a:prstGeom>
          <a:ln w="12700">
            <a:miter lim="400000"/>
          </a:ln>
          <a:extLst>
            <a:ext uri="{C572A759-6A51-4108-AA02-DFA0A04FC94B}">
              <ma14:wrappingTextBoxFlag xmlns:ma14="http://schemas.microsoft.com/office/mac/drawingml/2011/main" val="1"/>
            </a:ext>
          </a:extLst>
        </p:spPr>
        <p:txBody>
          <a:bodyPr lIns="45719" rIns="45719" anchor="b">
            <a:spAutoFit/>
          </a:bodyPr>
          <a:lstStyle>
            <a:lvl1pPr algn="ctr">
              <a:defRPr sz="500">
                <a:solidFill>
                  <a:schemeClr val="accent3">
                    <a:lumOff val="44000"/>
                  </a:schemeClr>
                </a:solidFill>
                <a:latin typeface="Arial Narrow"/>
                <a:ea typeface="Arial Narrow"/>
                <a:cs typeface="Arial Narrow"/>
                <a:sym typeface="Arial Narrow"/>
              </a:defRPr>
            </a:lvl1pPr>
          </a:lstStyle>
          <a:p>
            <a:pPr/>
            <a:r>
              <a:t>© 2022, Mike Murach &amp; Associates, Inc.</a:t>
            </a:r>
          </a:p>
        </p:txBody>
      </p:sp>
      <p:sp>
        <p:nvSpPr>
          <p:cNvPr id="270" name="Title 6"/>
          <p:cNvSpPr txBox="1"/>
          <p:nvPr>
            <p:ph type="title"/>
          </p:nvPr>
        </p:nvSpPr>
        <p:spPr>
          <a:xfrm>
            <a:off x="914400" y="625989"/>
            <a:ext cx="7315200" cy="738665"/>
          </a:xfrm>
          <a:prstGeom prst="rect">
            <a:avLst/>
          </a:prstGeom>
        </p:spPr>
        <p:txBody>
          <a:bodyPr/>
          <a:lstStyle/>
          <a:p>
            <a:pPr>
              <a:spcBef>
                <a:spcPts val="600"/>
              </a:spcBef>
              <a:tabLst>
                <a:tab pos="1371600" algn="l"/>
              </a:tabLst>
            </a:pPr>
            <a:r>
              <a:t>How to use div elements </a:t>
            </a:r>
            <a:br/>
            <a:r>
              <a:t>to structure the content within a section</a:t>
            </a:r>
          </a:p>
        </p:txBody>
      </p:sp>
      <p:sp>
        <p:nvSpPr>
          <p:cNvPr id="271" name="Text Placeholder 7"/>
          <p:cNvSpPr txBox="1"/>
          <p:nvPr>
            <p:ph type="body" idx="1"/>
          </p:nvPr>
        </p:nvSpPr>
        <p:spPr>
          <a:prstGeom prst="rect">
            <a:avLst/>
          </a:prstGeom>
        </p:spPr>
        <p:txBody>
          <a:bodyPr/>
          <a:lstStyle/>
          <a:p>
            <a:pPr indent="347345">
              <a:spcBef>
                <a:spcPts val="0"/>
              </a:spcBef>
              <a:tabLst>
                <a:tab pos="1371600" algn="l"/>
              </a:tabLst>
              <a:defRPr b="1" sz="1600">
                <a:latin typeface="Courier New"/>
                <a:ea typeface="Courier New"/>
                <a:cs typeface="Courier New"/>
                <a:sym typeface="Courier New"/>
              </a:defRPr>
            </a:pPr>
            <a:r>
              <a:t>&lt;section&gt;</a:t>
            </a:r>
          </a:p>
          <a:p>
            <a:pPr indent="347345">
              <a:spcBef>
                <a:spcPts val="0"/>
              </a:spcBef>
              <a:tabLst>
                <a:tab pos="1371600" algn="l"/>
              </a:tabLst>
              <a:defRPr b="1" sz="1600">
                <a:latin typeface="Courier New"/>
                <a:ea typeface="Courier New"/>
                <a:cs typeface="Courier New"/>
                <a:sym typeface="Courier New"/>
              </a:defRPr>
            </a:pPr>
            <a:r>
              <a:t>    &lt;div&gt;</a:t>
            </a:r>
          </a:p>
          <a:p>
            <a:pPr indent="347345">
              <a:spcBef>
                <a:spcPts val="0"/>
              </a:spcBef>
              <a:tabLst>
                <a:tab pos="1371600" algn="l"/>
              </a:tabLst>
              <a:defRPr b="1" sz="1600">
                <a:latin typeface="Courier New"/>
                <a:ea typeface="Courier New"/>
                <a:cs typeface="Courier New"/>
                <a:sym typeface="Courier New"/>
              </a:defRPr>
            </a:pPr>
            <a:r>
              <a:t>        &lt;h2&gt;The first priority&lt;/h2&gt;</a:t>
            </a:r>
          </a:p>
          <a:p>
            <a:pPr indent="347345">
              <a:spcBef>
                <a:spcPts val="0"/>
              </a:spcBef>
              <a:tabLst>
                <a:tab pos="1371600" algn="l"/>
              </a:tabLst>
              <a:defRPr b="1" sz="1600">
                <a:latin typeface="Courier New"/>
                <a:ea typeface="Courier New"/>
                <a:cs typeface="Courier New"/>
                <a:sym typeface="Courier New"/>
              </a:defRPr>
            </a:pPr>
            <a:r>
              <a:t>        &lt;p&gt;The elements for the first priority&lt;/p&gt;</a:t>
            </a:r>
          </a:p>
          <a:p>
            <a:pPr indent="347345">
              <a:spcBef>
                <a:spcPts val="0"/>
              </a:spcBef>
              <a:tabLst>
                <a:tab pos="1371600" algn="l"/>
              </a:tabLst>
              <a:defRPr b="1" sz="1600">
                <a:latin typeface="Courier New"/>
                <a:ea typeface="Courier New"/>
                <a:cs typeface="Courier New"/>
                <a:sym typeface="Courier New"/>
              </a:defRPr>
            </a:pPr>
            <a:r>
              <a:t>    &lt;/div&gt;</a:t>
            </a:r>
          </a:p>
          <a:p>
            <a:pPr indent="347345">
              <a:spcBef>
                <a:spcPts val="0"/>
              </a:spcBef>
              <a:tabLst>
                <a:tab pos="1371600" algn="l"/>
              </a:tabLst>
              <a:defRPr b="1" sz="1600">
                <a:latin typeface="Courier New"/>
                <a:ea typeface="Courier New"/>
                <a:cs typeface="Courier New"/>
                <a:sym typeface="Courier New"/>
              </a:defRPr>
            </a:pPr>
            <a:r>
              <a:t>    &lt;div&gt;</a:t>
            </a:r>
          </a:p>
          <a:p>
            <a:pPr indent="347345">
              <a:spcBef>
                <a:spcPts val="0"/>
              </a:spcBef>
              <a:tabLst>
                <a:tab pos="1371600" algn="l"/>
              </a:tabLst>
              <a:defRPr b="1" sz="1600">
                <a:latin typeface="Courier New"/>
                <a:ea typeface="Courier New"/>
                <a:cs typeface="Courier New"/>
                <a:sym typeface="Courier New"/>
              </a:defRPr>
            </a:pPr>
            <a:r>
              <a:t>        &lt;h2&gt;The second priority&lt;/h2&gt;</a:t>
            </a:r>
          </a:p>
          <a:p>
            <a:pPr indent="347345">
              <a:spcBef>
                <a:spcPts val="0"/>
              </a:spcBef>
              <a:tabLst>
                <a:tab pos="1371600" algn="l"/>
              </a:tabLst>
              <a:defRPr b="1" sz="1600">
                <a:latin typeface="Courier New"/>
                <a:ea typeface="Courier New"/>
                <a:cs typeface="Courier New"/>
                <a:sym typeface="Courier New"/>
              </a:defRPr>
            </a:pPr>
            <a:r>
              <a:t>        &lt;p&gt;The elements for the second priority&lt;/p&gt;</a:t>
            </a:r>
          </a:p>
          <a:p>
            <a:pPr indent="347345">
              <a:spcBef>
                <a:spcPts val="0"/>
              </a:spcBef>
              <a:tabLst>
                <a:tab pos="1371600" algn="l"/>
              </a:tabLst>
              <a:defRPr b="1" sz="1600">
                <a:latin typeface="Courier New"/>
                <a:ea typeface="Courier New"/>
                <a:cs typeface="Courier New"/>
                <a:sym typeface="Courier New"/>
              </a:defRPr>
            </a:pPr>
            <a:r>
              <a:t>    &lt;/div&gt;</a:t>
            </a:r>
          </a:p>
          <a:p>
            <a:pPr indent="347345">
              <a:spcBef>
                <a:spcPts val="0"/>
              </a:spcBef>
              <a:tabLst>
                <a:tab pos="1371600" algn="l"/>
              </a:tabLst>
              <a:defRPr b="1" sz="1600">
                <a:latin typeface="Courier New"/>
                <a:ea typeface="Courier New"/>
                <a:cs typeface="Courier New"/>
                <a:sym typeface="Courier New"/>
              </a:defRPr>
            </a:pPr>
            <a:r>
              <a:t>&lt;/section&gt;</a:t>
            </a:r>
          </a:p>
        </p:txBody>
      </p:sp>
      <p:sp>
        <p:nvSpPr>
          <p:cNvPr id="272" name="Date Placeholder 3"/>
          <p:cNvSpPr txBox="1"/>
          <p:nvPr/>
        </p:nvSpPr>
        <p:spPr>
          <a:xfrm>
            <a:off x="2788920" y="6347460"/>
            <a:ext cx="3566160" cy="358141"/>
          </a:xfrm>
          <a:prstGeom prst="rect">
            <a:avLst/>
          </a:prstGeom>
          <a:ln w="12700">
            <a:miter lim="400000"/>
          </a:ln>
          <a:extLst>
            <a:ext uri="{C572A759-6A51-4108-AA02-DFA0A04FC94B}">
              <ma14:wrappingTextBoxFlag xmlns:ma14="http://schemas.microsoft.com/office/mac/drawingml/2011/main" val="1"/>
            </a:ext>
          </a:extLst>
        </p:spPr>
        <p:txBody>
          <a:bodyPr lIns="45719" rIns="45719" anchor="b">
            <a:spAutoFit/>
          </a:bodyPr>
          <a:lstStyle>
            <a:lvl1pPr algn="ctr">
              <a:defRPr b="1" i="1" sz="1800">
                <a:solidFill>
                  <a:schemeClr val="accent3">
                    <a:lumOff val="44000"/>
                  </a:schemeClr>
                </a:solidFill>
                <a:latin typeface="Arial Narrow"/>
                <a:ea typeface="Arial Narrow"/>
                <a:cs typeface="Arial Narrow"/>
                <a:sym typeface="Arial Narrow"/>
              </a:defRPr>
            </a:lvl1pPr>
          </a:lstStyle>
          <a:p>
            <a:pPr/>
            <a:r>
              <a:t>Murach's HTML and CSS, 5th Edition</a:t>
            </a:r>
          </a:p>
        </p:txBody>
      </p:sp>
      <p:sp>
        <p:nvSpPr>
          <p:cNvPr id="273" name="Slide Number Placeholder 5"/>
          <p:cNvSpPr txBox="1"/>
          <p:nvPr>
            <p:ph type="sldNum" sz="quarter" idx="2"/>
          </p:nvPr>
        </p:nvSpPr>
        <p:spPr>
          <a:xfrm>
            <a:off x="6629400" y="6418513"/>
            <a:ext cx="281940" cy="287087"/>
          </a:xfrm>
          <a:prstGeom prst="rect">
            <a:avLst/>
          </a:prstGeom>
          <a:extLst>
            <a:ext uri="{C572A759-6A51-4108-AA02-DFA0A04FC94B}">
              <ma14:wrappingTextBoxFlag xmlns:ma14="http://schemas.microsoft.com/office/mac/drawingml/2011/main" val="1"/>
            </a:ext>
          </a:extLst>
        </p:spPr>
        <p:txBody>
          <a:bodyPr/>
          <a:lstStyle>
            <a:lvl1pPr algn="l">
              <a:defRPr sz="1400">
                <a:latin typeface="+mn-lt"/>
                <a:ea typeface="+mn-ea"/>
                <a:cs typeface="+mn-cs"/>
                <a:sym typeface="Times New Roman"/>
              </a:defRPr>
            </a:lvl1pPr>
          </a:lstStyle>
          <a:p>
            <a:pPr/>
            <a:fld id="{86CB4B4D-7CA3-9044-876B-883B54F8677D}" type="slidenum"/>
          </a:p>
        </p:txBody>
      </p:sp>
    </p:spTree>
  </p:cSld>
  <p:clrMapOvr>
    <a:masterClrMapping/>
  </p:clrMapOvr>
  <p:transition xmlns:p14="http://schemas.microsoft.com/office/powerpoint/2010/main" spd="med" advClick="1"/>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77" name="Footer Placeholder 4"/>
          <p:cNvSpPr txBox="1"/>
          <p:nvPr/>
        </p:nvSpPr>
        <p:spPr>
          <a:xfrm>
            <a:off x="121920" y="6537959"/>
            <a:ext cx="2651761" cy="167641"/>
          </a:xfrm>
          <a:prstGeom prst="rect">
            <a:avLst/>
          </a:prstGeom>
          <a:ln w="12700">
            <a:miter lim="400000"/>
          </a:ln>
          <a:extLst>
            <a:ext uri="{C572A759-6A51-4108-AA02-DFA0A04FC94B}">
              <ma14:wrappingTextBoxFlag xmlns:ma14="http://schemas.microsoft.com/office/mac/drawingml/2011/main" val="1"/>
            </a:ext>
          </a:extLst>
        </p:spPr>
        <p:txBody>
          <a:bodyPr lIns="45719" rIns="45719" anchor="b">
            <a:spAutoFit/>
          </a:bodyPr>
          <a:lstStyle>
            <a:lvl1pPr algn="ctr">
              <a:defRPr sz="500">
                <a:solidFill>
                  <a:schemeClr val="accent3">
                    <a:lumOff val="44000"/>
                  </a:schemeClr>
                </a:solidFill>
                <a:latin typeface="Arial Narrow"/>
                <a:ea typeface="Arial Narrow"/>
                <a:cs typeface="Arial Narrow"/>
                <a:sym typeface="Arial Narrow"/>
              </a:defRPr>
            </a:lvl1pPr>
          </a:lstStyle>
          <a:p>
            <a:pPr/>
            <a:r>
              <a:t>© 2022, Mike Murach &amp; Associates, Inc.</a:t>
            </a:r>
          </a:p>
        </p:txBody>
      </p:sp>
      <p:sp>
        <p:nvSpPr>
          <p:cNvPr id="278" name="Title 6"/>
          <p:cNvSpPr txBox="1"/>
          <p:nvPr>
            <p:ph type="title"/>
          </p:nvPr>
        </p:nvSpPr>
        <p:spPr>
          <a:prstGeom prst="rect">
            <a:avLst/>
          </a:prstGeom>
        </p:spPr>
        <p:txBody>
          <a:bodyPr/>
          <a:lstStyle>
            <a:lvl1pPr>
              <a:spcBef>
                <a:spcPts val="600"/>
              </a:spcBef>
              <a:tabLst>
                <a:tab pos="1371600" algn="l"/>
              </a:tabLst>
            </a:lvl1pPr>
          </a:lstStyle>
          <a:p>
            <a:pPr/>
            <a:r>
              <a:t>The resulting web page</a:t>
            </a:r>
          </a:p>
        </p:txBody>
      </p:sp>
      <p:pic>
        <p:nvPicPr>
          <p:cNvPr id="279" name="Content Placeholder 8" descr="Content Placeholder 8"/>
          <p:cNvPicPr>
            <a:picLocks noChangeAspect="1"/>
          </p:cNvPicPr>
          <p:nvPr/>
        </p:nvPicPr>
        <p:blipFill>
          <a:blip r:embed="rId2">
            <a:extLst/>
          </a:blip>
          <a:stretch>
            <a:fillRect/>
          </a:stretch>
        </p:blipFill>
        <p:spPr>
          <a:xfrm>
            <a:off x="1219200" y="1145856"/>
            <a:ext cx="4515831" cy="2283144"/>
          </a:xfrm>
          <a:prstGeom prst="rect">
            <a:avLst/>
          </a:prstGeom>
          <a:ln w="12700">
            <a:miter lim="400000"/>
          </a:ln>
        </p:spPr>
      </p:pic>
      <p:sp>
        <p:nvSpPr>
          <p:cNvPr id="280" name="Date Placeholder 3"/>
          <p:cNvSpPr txBox="1"/>
          <p:nvPr/>
        </p:nvSpPr>
        <p:spPr>
          <a:xfrm>
            <a:off x="2788920" y="6347460"/>
            <a:ext cx="3566160" cy="358141"/>
          </a:xfrm>
          <a:prstGeom prst="rect">
            <a:avLst/>
          </a:prstGeom>
          <a:ln w="12700">
            <a:miter lim="400000"/>
          </a:ln>
          <a:extLst>
            <a:ext uri="{C572A759-6A51-4108-AA02-DFA0A04FC94B}">
              <ma14:wrappingTextBoxFlag xmlns:ma14="http://schemas.microsoft.com/office/mac/drawingml/2011/main" val="1"/>
            </a:ext>
          </a:extLst>
        </p:spPr>
        <p:txBody>
          <a:bodyPr lIns="45719" rIns="45719" anchor="b">
            <a:spAutoFit/>
          </a:bodyPr>
          <a:lstStyle>
            <a:lvl1pPr algn="ctr">
              <a:defRPr b="1" i="1" sz="1800">
                <a:solidFill>
                  <a:schemeClr val="accent3">
                    <a:lumOff val="44000"/>
                  </a:schemeClr>
                </a:solidFill>
                <a:latin typeface="Arial Narrow"/>
                <a:ea typeface="Arial Narrow"/>
                <a:cs typeface="Arial Narrow"/>
                <a:sym typeface="Arial Narrow"/>
              </a:defRPr>
            </a:lvl1pPr>
          </a:lstStyle>
          <a:p>
            <a:pPr/>
            <a:r>
              <a:t>Murach's HTML and CSS, 5th Edition</a:t>
            </a:r>
          </a:p>
        </p:txBody>
      </p:sp>
      <p:sp>
        <p:nvSpPr>
          <p:cNvPr id="281" name="Slide Number Placeholder 5"/>
          <p:cNvSpPr txBox="1"/>
          <p:nvPr>
            <p:ph type="sldNum" sz="quarter" idx="2"/>
          </p:nvPr>
        </p:nvSpPr>
        <p:spPr>
          <a:xfrm>
            <a:off x="6629400" y="6418513"/>
            <a:ext cx="281940" cy="287087"/>
          </a:xfrm>
          <a:prstGeom prst="rect">
            <a:avLst/>
          </a:prstGeom>
          <a:extLst>
            <a:ext uri="{C572A759-6A51-4108-AA02-DFA0A04FC94B}">
              <ma14:wrappingTextBoxFlag xmlns:ma14="http://schemas.microsoft.com/office/mac/drawingml/2011/main" val="1"/>
            </a:ext>
          </a:extLst>
        </p:spPr>
        <p:txBody>
          <a:bodyPr/>
          <a:lstStyle>
            <a:lvl1pPr algn="l">
              <a:defRPr sz="1400">
                <a:latin typeface="+mn-lt"/>
                <a:ea typeface="+mn-ea"/>
                <a:cs typeface="+mn-cs"/>
                <a:sym typeface="Times New Roman"/>
              </a:defRPr>
            </a:lvl1pPr>
          </a:lstStyle>
          <a:p>
            <a:pPr/>
            <a:fld id="{86CB4B4D-7CA3-9044-876B-883B54F8677D}" type="slidenum"/>
          </a:p>
        </p:txBody>
      </p:sp>
    </p:spTree>
  </p:cSld>
  <p:clrMapOvr>
    <a:masterClrMapping/>
  </p:clrMapOvr>
  <p:transition xmlns:p14="http://schemas.microsoft.com/office/powerpoint/2010/main" spd="med" advClick="1"/>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83" name="Footer Placeholder 4"/>
          <p:cNvSpPr txBox="1"/>
          <p:nvPr/>
        </p:nvSpPr>
        <p:spPr>
          <a:xfrm>
            <a:off x="121920" y="6537959"/>
            <a:ext cx="2651761" cy="167641"/>
          </a:xfrm>
          <a:prstGeom prst="rect">
            <a:avLst/>
          </a:prstGeom>
          <a:ln w="12700">
            <a:miter lim="400000"/>
          </a:ln>
          <a:extLst>
            <a:ext uri="{C572A759-6A51-4108-AA02-DFA0A04FC94B}">
              <ma14:wrappingTextBoxFlag xmlns:ma14="http://schemas.microsoft.com/office/mac/drawingml/2011/main" val="1"/>
            </a:ext>
          </a:extLst>
        </p:spPr>
        <p:txBody>
          <a:bodyPr lIns="45719" rIns="45719" anchor="b">
            <a:spAutoFit/>
          </a:bodyPr>
          <a:lstStyle>
            <a:lvl1pPr algn="ctr">
              <a:defRPr sz="500">
                <a:solidFill>
                  <a:schemeClr val="accent3">
                    <a:lumOff val="44000"/>
                  </a:schemeClr>
                </a:solidFill>
                <a:latin typeface="Arial Narrow"/>
                <a:ea typeface="Arial Narrow"/>
                <a:cs typeface="Arial Narrow"/>
                <a:sym typeface="Arial Narrow"/>
              </a:defRPr>
            </a:lvl1pPr>
          </a:lstStyle>
          <a:p>
            <a:pPr/>
            <a:r>
              <a:t>© 2022, Mike Murach &amp; Associates, Inc.</a:t>
            </a:r>
          </a:p>
        </p:txBody>
      </p:sp>
      <p:sp>
        <p:nvSpPr>
          <p:cNvPr id="284" name="Title 1"/>
          <p:cNvSpPr txBox="1"/>
          <p:nvPr>
            <p:ph type="title"/>
          </p:nvPr>
        </p:nvSpPr>
        <p:spPr>
          <a:prstGeom prst="rect">
            <a:avLst/>
          </a:prstGeom>
        </p:spPr>
        <p:txBody>
          <a:bodyPr/>
          <a:lstStyle>
            <a:lvl1pPr>
              <a:spcBef>
                <a:spcPts val="600"/>
              </a:spcBef>
              <a:tabLst>
                <a:tab pos="1371600" algn="l"/>
              </a:tabLst>
            </a:lvl1pPr>
          </a:lstStyle>
          <a:p>
            <a:pPr/>
            <a:r>
              <a:t>How div elements were used before HTML5</a:t>
            </a:r>
          </a:p>
        </p:txBody>
      </p:sp>
      <p:sp>
        <p:nvSpPr>
          <p:cNvPr id="285" name="Text Placeholder 2"/>
          <p:cNvSpPr txBox="1"/>
          <p:nvPr>
            <p:ph type="body" idx="1"/>
          </p:nvPr>
        </p:nvSpPr>
        <p:spPr>
          <a:prstGeom prst="rect">
            <a:avLst/>
          </a:prstGeom>
        </p:spPr>
        <p:txBody>
          <a:bodyPr/>
          <a:lstStyle/>
          <a:p>
            <a:pPr indent="347345">
              <a:spcBef>
                <a:spcPts val="0"/>
              </a:spcBef>
              <a:tabLst>
                <a:tab pos="1371600" algn="l"/>
              </a:tabLst>
              <a:defRPr b="1" sz="1600">
                <a:latin typeface="Courier New"/>
                <a:ea typeface="Courier New"/>
                <a:cs typeface="Courier New"/>
                <a:sym typeface="Courier New"/>
              </a:defRPr>
            </a:pPr>
            <a:r>
              <a:t>&lt;body&gt;</a:t>
            </a:r>
          </a:p>
          <a:p>
            <a:pPr indent="347345">
              <a:spcBef>
                <a:spcPts val="0"/>
              </a:spcBef>
              <a:tabLst>
                <a:tab pos="1371600" algn="l"/>
              </a:tabLst>
              <a:defRPr b="1" sz="1600">
                <a:latin typeface="Courier New"/>
                <a:ea typeface="Courier New"/>
                <a:cs typeface="Courier New"/>
                <a:sym typeface="Courier New"/>
              </a:defRPr>
            </a:pPr>
            <a:r>
              <a:t>    &lt;div id="header"&gt;</a:t>
            </a:r>
          </a:p>
          <a:p>
            <a:pPr indent="347345">
              <a:spcBef>
                <a:spcPts val="0"/>
              </a:spcBef>
              <a:tabLst>
                <a:tab pos="1371600" algn="l"/>
              </a:tabLst>
              <a:defRPr b="1" sz="1600">
                <a:latin typeface="Courier New"/>
                <a:ea typeface="Courier New"/>
                <a:cs typeface="Courier New"/>
                <a:sym typeface="Courier New"/>
              </a:defRPr>
            </a:pPr>
            <a:r>
              <a:t>        &lt;h1&gt;San Joaquin Valley Town Hall&lt;/h1&gt;</a:t>
            </a:r>
          </a:p>
          <a:p>
            <a:pPr indent="347345">
              <a:spcBef>
                <a:spcPts val="0"/>
              </a:spcBef>
              <a:tabLst>
                <a:tab pos="1371600" algn="l"/>
              </a:tabLst>
              <a:defRPr b="1" sz="1600">
                <a:latin typeface="Courier New"/>
                <a:ea typeface="Courier New"/>
                <a:cs typeface="Courier New"/>
                <a:sym typeface="Courier New"/>
              </a:defRPr>
            </a:pPr>
            <a:r>
              <a:t>    &lt;/div&gt;</a:t>
            </a:r>
          </a:p>
          <a:p>
            <a:pPr indent="347345">
              <a:spcBef>
                <a:spcPts val="0"/>
              </a:spcBef>
              <a:tabLst>
                <a:tab pos="1371600" algn="l"/>
              </a:tabLst>
              <a:defRPr b="1" sz="1600">
                <a:latin typeface="Courier New"/>
                <a:ea typeface="Courier New"/>
                <a:cs typeface="Courier New"/>
                <a:sym typeface="Courier New"/>
              </a:defRPr>
            </a:pPr>
            <a:r>
              <a:t>    &lt;div id="main"&gt;</a:t>
            </a:r>
          </a:p>
          <a:p>
            <a:pPr indent="347345">
              <a:spcBef>
                <a:spcPts val="0"/>
              </a:spcBef>
              <a:tabLst>
                <a:tab pos="1371600" algn="l"/>
              </a:tabLst>
              <a:defRPr b="1" sz="1600">
                <a:latin typeface="Courier New"/>
                <a:ea typeface="Courier New"/>
                <a:cs typeface="Courier New"/>
                <a:sym typeface="Courier New"/>
              </a:defRPr>
            </a:pPr>
            <a:r>
              <a:t>        &lt;p&gt;Welcome to San Joaquin </a:t>
            </a:r>
            <a:br/>
            <a:r>
              <a:t>           Valley Town Hall.&lt;/span&gt; We have some </a:t>
            </a:r>
            <a:br/>
            <a:r>
              <a:t>           fascinating speakers for you this season!&lt;/p&gt;</a:t>
            </a:r>
          </a:p>
          <a:p>
            <a:pPr indent="347345">
              <a:spcBef>
                <a:spcPts val="0"/>
              </a:spcBef>
              <a:tabLst>
                <a:tab pos="1371600" algn="l"/>
              </a:tabLst>
              <a:defRPr b="1" sz="1600">
                <a:latin typeface="Courier New"/>
                <a:ea typeface="Courier New"/>
                <a:cs typeface="Courier New"/>
                <a:sym typeface="Courier New"/>
              </a:defRPr>
            </a:pPr>
            <a:r>
              <a:t>    &lt;/div&gt;    </a:t>
            </a:r>
          </a:p>
          <a:p>
            <a:pPr indent="347345">
              <a:spcBef>
                <a:spcPts val="0"/>
              </a:spcBef>
              <a:tabLst>
                <a:tab pos="1371600" algn="l"/>
              </a:tabLst>
              <a:defRPr b="1" sz="1600">
                <a:latin typeface="Courier New"/>
                <a:ea typeface="Courier New"/>
                <a:cs typeface="Courier New"/>
                <a:sym typeface="Courier New"/>
              </a:defRPr>
            </a:pPr>
            <a:r>
              <a:t>    &lt;div id="footer"&gt;</a:t>
            </a:r>
          </a:p>
          <a:p>
            <a:pPr indent="347345">
              <a:spcBef>
                <a:spcPts val="0"/>
              </a:spcBef>
              <a:tabLst>
                <a:tab pos="1371600" algn="l"/>
              </a:tabLst>
              <a:defRPr b="1" sz="1600">
                <a:latin typeface="Courier New"/>
                <a:ea typeface="Courier New"/>
                <a:cs typeface="Courier New"/>
                <a:sym typeface="Courier New"/>
              </a:defRPr>
            </a:pPr>
            <a:r>
              <a:t>        &lt;p&gt;&amp;copy; Copyright 2015 San Joaquin Valley Town </a:t>
            </a:r>
            <a:br/>
            <a:r>
              <a:t>           Hall.&lt;/p&gt;</a:t>
            </a:r>
          </a:p>
          <a:p>
            <a:pPr indent="347345">
              <a:spcBef>
                <a:spcPts val="0"/>
              </a:spcBef>
              <a:tabLst>
                <a:tab pos="1371600" algn="l"/>
              </a:tabLst>
              <a:defRPr b="1" sz="1600">
                <a:latin typeface="Courier New"/>
                <a:ea typeface="Courier New"/>
                <a:cs typeface="Courier New"/>
                <a:sym typeface="Courier New"/>
              </a:defRPr>
            </a:pPr>
            <a:r>
              <a:t>    &lt;/div&gt;</a:t>
            </a:r>
          </a:p>
          <a:p>
            <a:pPr indent="347345">
              <a:spcBef>
                <a:spcPts val="0"/>
              </a:spcBef>
              <a:tabLst>
                <a:tab pos="1371600" algn="l"/>
              </a:tabLst>
              <a:defRPr b="1" sz="1600">
                <a:latin typeface="Courier New"/>
                <a:ea typeface="Courier New"/>
                <a:cs typeface="Courier New"/>
                <a:sym typeface="Courier New"/>
              </a:defRPr>
            </a:pPr>
            <a:r>
              <a:t>&lt;/body&gt;</a:t>
            </a:r>
          </a:p>
          <a:p>
            <a:pPr>
              <a:spcBef>
                <a:spcPts val="1500"/>
              </a:spcBef>
              <a:tabLst>
                <a:tab pos="1371600" algn="l"/>
              </a:tabLst>
              <a:defRPr b="1" sz="2400">
                <a:solidFill>
                  <a:srgbClr val="000099"/>
                </a:solidFill>
              </a:defRPr>
            </a:pPr>
            <a:r>
              <a:t>Accessibility and SEO guidelines</a:t>
            </a:r>
          </a:p>
          <a:p>
            <a:pPr marL="342900" marR="274320" indent="-342900">
              <a:spcBef>
                <a:spcPts val="600"/>
              </a:spcBef>
              <a:buSzPct val="100000"/>
              <a:buFont typeface="Symbol"/>
              <a:buChar char="·"/>
              <a:defRPr spc="-100">
                <a:latin typeface="+mn-lt"/>
                <a:ea typeface="+mn-ea"/>
                <a:cs typeface="+mn-cs"/>
                <a:sym typeface="Times New Roman"/>
              </a:defRPr>
            </a:pPr>
            <a:r>
              <a:t>Only use div tags when the HTML semantic elements don’t apply.</a:t>
            </a:r>
          </a:p>
        </p:txBody>
      </p:sp>
      <p:sp>
        <p:nvSpPr>
          <p:cNvPr id="286" name="Date Placeholder 3"/>
          <p:cNvSpPr txBox="1"/>
          <p:nvPr/>
        </p:nvSpPr>
        <p:spPr>
          <a:xfrm>
            <a:off x="2788920" y="6347460"/>
            <a:ext cx="3566160" cy="358141"/>
          </a:xfrm>
          <a:prstGeom prst="rect">
            <a:avLst/>
          </a:prstGeom>
          <a:ln w="12700">
            <a:miter lim="400000"/>
          </a:ln>
          <a:extLst>
            <a:ext uri="{C572A759-6A51-4108-AA02-DFA0A04FC94B}">
              <ma14:wrappingTextBoxFlag xmlns:ma14="http://schemas.microsoft.com/office/mac/drawingml/2011/main" val="1"/>
            </a:ext>
          </a:extLst>
        </p:spPr>
        <p:txBody>
          <a:bodyPr lIns="45719" rIns="45719" anchor="b">
            <a:spAutoFit/>
          </a:bodyPr>
          <a:lstStyle>
            <a:lvl1pPr algn="ctr">
              <a:defRPr b="1" i="1" sz="1800">
                <a:solidFill>
                  <a:schemeClr val="accent3">
                    <a:lumOff val="44000"/>
                  </a:schemeClr>
                </a:solidFill>
                <a:latin typeface="Arial Narrow"/>
                <a:ea typeface="Arial Narrow"/>
                <a:cs typeface="Arial Narrow"/>
                <a:sym typeface="Arial Narrow"/>
              </a:defRPr>
            </a:lvl1pPr>
          </a:lstStyle>
          <a:p>
            <a:pPr/>
            <a:r>
              <a:t>Murach's HTML and CSS, 5th Edition</a:t>
            </a:r>
          </a:p>
        </p:txBody>
      </p:sp>
      <p:sp>
        <p:nvSpPr>
          <p:cNvPr id="287" name="Slide Number Placeholder 5"/>
          <p:cNvSpPr txBox="1"/>
          <p:nvPr>
            <p:ph type="sldNum" sz="quarter" idx="2"/>
          </p:nvPr>
        </p:nvSpPr>
        <p:spPr>
          <a:xfrm>
            <a:off x="6629400" y="6418513"/>
            <a:ext cx="281940" cy="287087"/>
          </a:xfrm>
          <a:prstGeom prst="rect">
            <a:avLst/>
          </a:prstGeom>
          <a:extLst>
            <a:ext uri="{C572A759-6A51-4108-AA02-DFA0A04FC94B}">
              <ma14:wrappingTextBoxFlag xmlns:ma14="http://schemas.microsoft.com/office/mac/drawingml/2011/main" val="1"/>
            </a:ext>
          </a:extLst>
        </p:spPr>
        <p:txBody>
          <a:bodyPr/>
          <a:lstStyle>
            <a:lvl1pPr algn="l">
              <a:defRPr sz="1400">
                <a:latin typeface="+mn-lt"/>
                <a:ea typeface="+mn-ea"/>
                <a:cs typeface="+mn-cs"/>
                <a:sym typeface="Times New Roman"/>
              </a:defRPr>
            </a:lvl1pPr>
          </a:lstStyle>
          <a:p>
            <a:pPr/>
            <a:fld id="{86CB4B4D-7CA3-9044-876B-883B54F8677D}" type="slidenum"/>
          </a:p>
        </p:txBody>
      </p:sp>
    </p:spTree>
  </p:cSld>
  <p:clrMapOvr>
    <a:masterClrMapping/>
  </p:clrMapOvr>
  <p:transition xmlns:p14="http://schemas.microsoft.com/office/powerpoint/2010/main" spd="med" advClick="1"/>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91" name="Footer Placeholder 4"/>
          <p:cNvSpPr txBox="1"/>
          <p:nvPr/>
        </p:nvSpPr>
        <p:spPr>
          <a:xfrm>
            <a:off x="121920" y="6537959"/>
            <a:ext cx="2651761" cy="167641"/>
          </a:xfrm>
          <a:prstGeom prst="rect">
            <a:avLst/>
          </a:prstGeom>
          <a:ln w="12700">
            <a:miter lim="400000"/>
          </a:ln>
          <a:extLst>
            <a:ext uri="{C572A759-6A51-4108-AA02-DFA0A04FC94B}">
              <ma14:wrappingTextBoxFlag xmlns:ma14="http://schemas.microsoft.com/office/mac/drawingml/2011/main" val="1"/>
            </a:ext>
          </a:extLst>
        </p:spPr>
        <p:txBody>
          <a:bodyPr lIns="45719" rIns="45719" anchor="b">
            <a:spAutoFit/>
          </a:bodyPr>
          <a:lstStyle>
            <a:lvl1pPr algn="ctr">
              <a:defRPr sz="500">
                <a:solidFill>
                  <a:schemeClr val="accent3">
                    <a:lumOff val="44000"/>
                  </a:schemeClr>
                </a:solidFill>
                <a:latin typeface="Arial Narrow"/>
                <a:ea typeface="Arial Narrow"/>
                <a:cs typeface="Arial Narrow"/>
                <a:sym typeface="Arial Narrow"/>
              </a:defRPr>
            </a:lvl1pPr>
          </a:lstStyle>
          <a:p>
            <a:pPr/>
            <a:r>
              <a:t>© 2022, Mike Murach &amp; Associates, Inc.</a:t>
            </a:r>
          </a:p>
        </p:txBody>
      </p:sp>
      <p:sp>
        <p:nvSpPr>
          <p:cNvPr id="292" name="Title 6"/>
          <p:cNvSpPr txBox="1"/>
          <p:nvPr>
            <p:ph type="title"/>
          </p:nvPr>
        </p:nvSpPr>
        <p:spPr>
          <a:xfrm>
            <a:off x="914400" y="625989"/>
            <a:ext cx="7315200" cy="738665"/>
          </a:xfrm>
          <a:prstGeom prst="rect">
            <a:avLst/>
          </a:prstGeom>
        </p:spPr>
        <p:txBody>
          <a:bodyPr/>
          <a:lstStyle/>
          <a:p>
            <a:pPr>
              <a:spcBef>
                <a:spcPts val="600"/>
              </a:spcBef>
              <a:tabLst>
                <a:tab pos="1371600" algn="l"/>
              </a:tabLst>
            </a:pPr>
            <a:r>
              <a:t>HTML that uses inline elements</a:t>
            </a:r>
            <a:br/>
            <a:r>
              <a:t>to identify and format text</a:t>
            </a:r>
          </a:p>
        </p:txBody>
      </p:sp>
      <p:sp>
        <p:nvSpPr>
          <p:cNvPr id="293" name="Text Placeholder 7"/>
          <p:cNvSpPr txBox="1"/>
          <p:nvPr>
            <p:ph type="body" idx="1"/>
          </p:nvPr>
        </p:nvSpPr>
        <p:spPr>
          <a:prstGeom prst="rect">
            <a:avLst/>
          </a:prstGeom>
        </p:spPr>
        <p:txBody>
          <a:bodyPr/>
          <a:lstStyle/>
          <a:p>
            <a:pPr indent="347345">
              <a:spcBef>
                <a:spcPts val="0"/>
              </a:spcBef>
              <a:tabLst>
                <a:tab pos="1371600" algn="l"/>
              </a:tabLst>
              <a:defRPr b="1" sz="1600">
                <a:latin typeface="Courier New"/>
                <a:ea typeface="Courier New"/>
                <a:cs typeface="Courier New"/>
                <a:sym typeface="Courier New"/>
              </a:defRPr>
            </a:pPr>
            <a:r>
              <a:t>&lt;p&gt;When the dialog box is displayed, enter </a:t>
            </a:r>
            <a:br/>
            <a:r>
              <a:t>   &lt;kbd&gt;brock21&lt;/kbd&gt;.&lt;/p&gt;</a:t>
            </a:r>
          </a:p>
          <a:p>
            <a:pPr indent="347345">
              <a:spcBef>
                <a:spcPts val="0"/>
              </a:spcBef>
              <a:tabLst>
                <a:tab pos="1371600" algn="l"/>
              </a:tabLst>
              <a:defRPr b="1" sz="1600">
                <a:latin typeface="Courier New"/>
                <a:ea typeface="Courier New"/>
                <a:cs typeface="Courier New"/>
                <a:sym typeface="Courier New"/>
              </a:defRPr>
            </a:pPr>
            <a:r>
              <a:t> </a:t>
            </a:r>
          </a:p>
          <a:p>
            <a:pPr indent="347345">
              <a:spcBef>
                <a:spcPts val="0"/>
              </a:spcBef>
              <a:tabLst>
                <a:tab pos="1371600" algn="l"/>
              </a:tabLst>
              <a:defRPr b="1" sz="1600">
                <a:latin typeface="Courier New"/>
                <a:ea typeface="Courier New"/>
                <a:cs typeface="Courier New"/>
                <a:sym typeface="Courier New"/>
              </a:defRPr>
            </a:pPr>
            <a:r>
              <a:t>&lt;p&gt;To quote Hamlet: </a:t>
            </a:r>
          </a:p>
          <a:p>
            <a:pPr indent="347345">
              <a:spcBef>
                <a:spcPts val="0"/>
              </a:spcBef>
              <a:tabLst>
                <a:tab pos="1371600" algn="l"/>
              </a:tabLst>
              <a:defRPr b="1" sz="1600">
                <a:latin typeface="Courier New"/>
                <a:ea typeface="Courier New"/>
                <a:cs typeface="Courier New"/>
                <a:sym typeface="Courier New"/>
              </a:defRPr>
            </a:pPr>
            <a:r>
              <a:t>    &lt;q&gt;Conscience does make cowards of us all.&lt;/q&gt;</a:t>
            </a:r>
          </a:p>
          <a:p>
            <a:pPr indent="347345">
              <a:spcBef>
                <a:spcPts val="0"/>
              </a:spcBef>
              <a:tabLst>
                <a:tab pos="1371600" algn="l"/>
              </a:tabLst>
              <a:defRPr b="1" sz="1600">
                <a:latin typeface="Courier New"/>
                <a:ea typeface="Courier New"/>
                <a:cs typeface="Courier New"/>
                <a:sym typeface="Courier New"/>
              </a:defRPr>
            </a:pPr>
            <a:r>
              <a:t>&lt;/p&gt;</a:t>
            </a:r>
          </a:p>
          <a:p>
            <a:pPr indent="347345">
              <a:spcBef>
                <a:spcPts val="0"/>
              </a:spcBef>
              <a:tabLst>
                <a:tab pos="1371600" algn="l"/>
              </a:tabLst>
              <a:defRPr b="1" sz="1600">
                <a:latin typeface="Courier New"/>
                <a:ea typeface="Courier New"/>
                <a:cs typeface="Courier New"/>
                <a:sym typeface="Courier New"/>
              </a:defRPr>
            </a:pPr>
            <a:r>
              <a:t> </a:t>
            </a:r>
          </a:p>
          <a:p>
            <a:pPr indent="347345">
              <a:spcBef>
                <a:spcPts val="0"/>
              </a:spcBef>
              <a:tabLst>
                <a:tab pos="1371600" algn="l"/>
              </a:tabLst>
              <a:defRPr b="1" sz="1600">
                <a:latin typeface="Courier New"/>
                <a:ea typeface="Courier New"/>
                <a:cs typeface="Courier New"/>
                <a:sym typeface="Courier New"/>
              </a:defRPr>
            </a:pPr>
            <a:r>
              <a:t>&lt;p&gt;If you don't get 78% or more on your final, </a:t>
            </a:r>
            <a:br/>
            <a:r>
              <a:t>   &lt;em&gt;you won't pass.&lt;/em&gt;&lt;/p&gt;</a:t>
            </a:r>
          </a:p>
          <a:p>
            <a:pPr indent="347345">
              <a:spcBef>
                <a:spcPts val="0"/>
              </a:spcBef>
              <a:tabLst>
                <a:tab pos="1371600" algn="l"/>
              </a:tabLst>
              <a:defRPr b="1" sz="1600">
                <a:latin typeface="Courier New"/>
                <a:ea typeface="Courier New"/>
                <a:cs typeface="Courier New"/>
                <a:sym typeface="Courier New"/>
              </a:defRPr>
            </a:pPr>
            <a:r>
              <a:t> </a:t>
            </a:r>
          </a:p>
          <a:p>
            <a:pPr indent="347345">
              <a:spcBef>
                <a:spcPts val="0"/>
              </a:spcBef>
              <a:tabLst>
                <a:tab pos="1371600" algn="l"/>
              </a:tabLst>
              <a:defRPr b="1" sz="1600">
                <a:latin typeface="Courier New"/>
                <a:ea typeface="Courier New"/>
                <a:cs typeface="Courier New"/>
                <a:sym typeface="Courier New"/>
              </a:defRPr>
            </a:pPr>
            <a:r>
              <a:t>&lt;p&gt;Save a bundle at our &lt;strong&gt;big yearend </a:t>
            </a:r>
            <a:br/>
            <a:r>
              <a:t>   sale&lt;/strong&gt;.&lt;/p&gt;</a:t>
            </a:r>
          </a:p>
          <a:p>
            <a:pPr indent="347345">
              <a:spcBef>
                <a:spcPts val="0"/>
              </a:spcBef>
              <a:tabLst>
                <a:tab pos="1371600" algn="l"/>
              </a:tabLst>
              <a:defRPr b="1" sz="1600">
                <a:latin typeface="Courier New"/>
                <a:ea typeface="Courier New"/>
                <a:cs typeface="Courier New"/>
                <a:sym typeface="Courier New"/>
              </a:defRPr>
            </a:pPr>
            <a:r>
              <a:t> </a:t>
            </a:r>
          </a:p>
          <a:p>
            <a:pPr indent="347345">
              <a:spcBef>
                <a:spcPts val="0"/>
              </a:spcBef>
              <a:tabLst>
                <a:tab pos="1371600" algn="l"/>
              </a:tabLst>
              <a:defRPr b="1" sz="1600">
                <a:latin typeface="Courier New"/>
                <a:ea typeface="Courier New"/>
                <a:cs typeface="Courier New"/>
                <a:sym typeface="Courier New"/>
              </a:defRPr>
            </a:pPr>
            <a:r>
              <a:t>&lt;p&gt;The chemical symbol for water is H&lt;sub&gt;2&lt;/sub&gt;O.&lt;/p&gt;</a:t>
            </a:r>
          </a:p>
          <a:p>
            <a:pPr indent="347345">
              <a:spcBef>
                <a:spcPts val="600"/>
              </a:spcBef>
              <a:tabLst>
                <a:tab pos="1371600" algn="l"/>
              </a:tabLst>
              <a:defRPr b="1" sz="1600">
                <a:latin typeface="Courier New"/>
                <a:ea typeface="Courier New"/>
                <a:cs typeface="Courier New"/>
                <a:sym typeface="Courier New"/>
              </a:defRPr>
            </a:pPr>
            <a:r>
              <a:t> </a:t>
            </a:r>
          </a:p>
        </p:txBody>
      </p:sp>
      <p:sp>
        <p:nvSpPr>
          <p:cNvPr id="294" name="Date Placeholder 3"/>
          <p:cNvSpPr txBox="1"/>
          <p:nvPr/>
        </p:nvSpPr>
        <p:spPr>
          <a:xfrm>
            <a:off x="2788920" y="6347460"/>
            <a:ext cx="3566160" cy="358141"/>
          </a:xfrm>
          <a:prstGeom prst="rect">
            <a:avLst/>
          </a:prstGeom>
          <a:ln w="12700">
            <a:miter lim="400000"/>
          </a:ln>
          <a:extLst>
            <a:ext uri="{C572A759-6A51-4108-AA02-DFA0A04FC94B}">
              <ma14:wrappingTextBoxFlag xmlns:ma14="http://schemas.microsoft.com/office/mac/drawingml/2011/main" val="1"/>
            </a:ext>
          </a:extLst>
        </p:spPr>
        <p:txBody>
          <a:bodyPr lIns="45719" rIns="45719" anchor="b">
            <a:spAutoFit/>
          </a:bodyPr>
          <a:lstStyle>
            <a:lvl1pPr algn="ctr">
              <a:defRPr b="1" i="1" sz="1800">
                <a:solidFill>
                  <a:schemeClr val="accent3">
                    <a:lumOff val="44000"/>
                  </a:schemeClr>
                </a:solidFill>
                <a:latin typeface="Arial Narrow"/>
                <a:ea typeface="Arial Narrow"/>
                <a:cs typeface="Arial Narrow"/>
                <a:sym typeface="Arial Narrow"/>
              </a:defRPr>
            </a:lvl1pPr>
          </a:lstStyle>
          <a:p>
            <a:pPr/>
            <a:r>
              <a:t>Murach's HTML and CSS, 5th Edition</a:t>
            </a:r>
          </a:p>
        </p:txBody>
      </p:sp>
      <p:sp>
        <p:nvSpPr>
          <p:cNvPr id="295" name="Slide Number Placeholder 5"/>
          <p:cNvSpPr txBox="1"/>
          <p:nvPr>
            <p:ph type="sldNum" sz="quarter" idx="2"/>
          </p:nvPr>
        </p:nvSpPr>
        <p:spPr>
          <a:xfrm>
            <a:off x="6629400" y="6418513"/>
            <a:ext cx="281940" cy="287087"/>
          </a:xfrm>
          <a:prstGeom prst="rect">
            <a:avLst/>
          </a:prstGeom>
          <a:extLst>
            <a:ext uri="{C572A759-6A51-4108-AA02-DFA0A04FC94B}">
              <ma14:wrappingTextBoxFlag xmlns:ma14="http://schemas.microsoft.com/office/mac/drawingml/2011/main" val="1"/>
            </a:ext>
          </a:extLst>
        </p:spPr>
        <p:txBody>
          <a:bodyPr/>
          <a:lstStyle>
            <a:lvl1pPr algn="l">
              <a:defRPr sz="1400">
                <a:latin typeface="+mn-lt"/>
                <a:ea typeface="+mn-ea"/>
                <a:cs typeface="+mn-cs"/>
                <a:sym typeface="Times New Roman"/>
              </a:defRPr>
            </a:lvl1pPr>
          </a:lstStyle>
          <a:p>
            <a:pPr/>
            <a:fld id="{86CB4B4D-7CA3-9044-876B-883B54F8677D}" type="slidenum"/>
          </a:p>
        </p:txBody>
      </p:sp>
    </p:spTree>
  </p:cSld>
  <p:clrMapOvr>
    <a:masterClrMapping/>
  </p:clrMapOvr>
  <p:transition xmlns:p14="http://schemas.microsoft.com/office/powerpoint/2010/main" spd="med" advClick="1"/>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99" name="Footer Placeholder 4"/>
          <p:cNvSpPr txBox="1"/>
          <p:nvPr/>
        </p:nvSpPr>
        <p:spPr>
          <a:xfrm>
            <a:off x="121920" y="6537959"/>
            <a:ext cx="2651761" cy="167641"/>
          </a:xfrm>
          <a:prstGeom prst="rect">
            <a:avLst/>
          </a:prstGeom>
          <a:ln w="12700">
            <a:miter lim="400000"/>
          </a:ln>
          <a:extLst>
            <a:ext uri="{C572A759-6A51-4108-AA02-DFA0A04FC94B}">
              <ma14:wrappingTextBoxFlag xmlns:ma14="http://schemas.microsoft.com/office/mac/drawingml/2011/main" val="1"/>
            </a:ext>
          </a:extLst>
        </p:spPr>
        <p:txBody>
          <a:bodyPr lIns="45719" rIns="45719" anchor="b">
            <a:spAutoFit/>
          </a:bodyPr>
          <a:lstStyle>
            <a:lvl1pPr algn="ctr">
              <a:defRPr sz="500">
                <a:solidFill>
                  <a:schemeClr val="accent3">
                    <a:lumOff val="44000"/>
                  </a:schemeClr>
                </a:solidFill>
                <a:latin typeface="Arial Narrow"/>
                <a:ea typeface="Arial Narrow"/>
                <a:cs typeface="Arial Narrow"/>
                <a:sym typeface="Arial Narrow"/>
              </a:defRPr>
            </a:lvl1pPr>
          </a:lstStyle>
          <a:p>
            <a:pPr/>
            <a:r>
              <a:t>© 2022, Mike Murach &amp; Associates, Inc.</a:t>
            </a:r>
          </a:p>
        </p:txBody>
      </p:sp>
      <p:sp>
        <p:nvSpPr>
          <p:cNvPr id="300" name="Title 6"/>
          <p:cNvSpPr txBox="1"/>
          <p:nvPr>
            <p:ph type="title"/>
          </p:nvPr>
        </p:nvSpPr>
        <p:spPr>
          <a:prstGeom prst="rect">
            <a:avLst/>
          </a:prstGeom>
        </p:spPr>
        <p:txBody>
          <a:bodyPr/>
          <a:lstStyle>
            <a:lvl1pPr>
              <a:spcBef>
                <a:spcPts val="600"/>
              </a:spcBef>
              <a:tabLst>
                <a:tab pos="1371600" algn="l"/>
              </a:tabLst>
            </a:lvl1pPr>
          </a:lstStyle>
          <a:p>
            <a:pPr/>
            <a:r>
              <a:t>The inline elements in a web browser</a:t>
            </a:r>
          </a:p>
        </p:txBody>
      </p:sp>
      <p:pic>
        <p:nvPicPr>
          <p:cNvPr id="301" name="Content Placeholder 8" descr="Content Placeholder 8"/>
          <p:cNvPicPr>
            <a:picLocks noChangeAspect="1"/>
          </p:cNvPicPr>
          <p:nvPr/>
        </p:nvPicPr>
        <p:blipFill>
          <a:blip r:embed="rId2">
            <a:extLst/>
          </a:blip>
          <a:stretch>
            <a:fillRect/>
          </a:stretch>
        </p:blipFill>
        <p:spPr>
          <a:xfrm>
            <a:off x="1219200" y="1136705"/>
            <a:ext cx="6889078" cy="2292295"/>
          </a:xfrm>
          <a:prstGeom prst="rect">
            <a:avLst/>
          </a:prstGeom>
          <a:ln w="12700">
            <a:miter lim="400000"/>
          </a:ln>
        </p:spPr>
      </p:pic>
      <p:sp>
        <p:nvSpPr>
          <p:cNvPr id="302" name="Date Placeholder 3"/>
          <p:cNvSpPr txBox="1"/>
          <p:nvPr/>
        </p:nvSpPr>
        <p:spPr>
          <a:xfrm>
            <a:off x="2788920" y="6347460"/>
            <a:ext cx="3566160" cy="358141"/>
          </a:xfrm>
          <a:prstGeom prst="rect">
            <a:avLst/>
          </a:prstGeom>
          <a:ln w="12700">
            <a:miter lim="400000"/>
          </a:ln>
          <a:extLst>
            <a:ext uri="{C572A759-6A51-4108-AA02-DFA0A04FC94B}">
              <ma14:wrappingTextBoxFlag xmlns:ma14="http://schemas.microsoft.com/office/mac/drawingml/2011/main" val="1"/>
            </a:ext>
          </a:extLst>
        </p:spPr>
        <p:txBody>
          <a:bodyPr lIns="45719" rIns="45719" anchor="b">
            <a:spAutoFit/>
          </a:bodyPr>
          <a:lstStyle>
            <a:lvl1pPr algn="ctr">
              <a:defRPr b="1" i="1" sz="1800">
                <a:solidFill>
                  <a:schemeClr val="accent3">
                    <a:lumOff val="44000"/>
                  </a:schemeClr>
                </a:solidFill>
                <a:latin typeface="Arial Narrow"/>
                <a:ea typeface="Arial Narrow"/>
                <a:cs typeface="Arial Narrow"/>
                <a:sym typeface="Arial Narrow"/>
              </a:defRPr>
            </a:lvl1pPr>
          </a:lstStyle>
          <a:p>
            <a:pPr/>
            <a:r>
              <a:t>Murach's HTML and CSS, 5th Edition</a:t>
            </a:r>
          </a:p>
        </p:txBody>
      </p:sp>
      <p:sp>
        <p:nvSpPr>
          <p:cNvPr id="303" name="Slide Number Placeholder 5"/>
          <p:cNvSpPr txBox="1"/>
          <p:nvPr>
            <p:ph type="sldNum" sz="quarter" idx="2"/>
          </p:nvPr>
        </p:nvSpPr>
        <p:spPr>
          <a:xfrm>
            <a:off x="6629400" y="6418513"/>
            <a:ext cx="281940" cy="287087"/>
          </a:xfrm>
          <a:prstGeom prst="rect">
            <a:avLst/>
          </a:prstGeom>
          <a:extLst>
            <a:ext uri="{C572A759-6A51-4108-AA02-DFA0A04FC94B}">
              <ma14:wrappingTextBoxFlag xmlns:ma14="http://schemas.microsoft.com/office/mac/drawingml/2011/main" val="1"/>
            </a:ext>
          </a:extLst>
        </p:spPr>
        <p:txBody>
          <a:bodyPr/>
          <a:lstStyle>
            <a:lvl1pPr algn="l">
              <a:defRPr sz="1400">
                <a:latin typeface="+mn-lt"/>
                <a:ea typeface="+mn-ea"/>
                <a:cs typeface="+mn-cs"/>
                <a:sym typeface="Times New Roman"/>
              </a:defRPr>
            </a:lvl1pPr>
          </a:lstStyle>
          <a:p>
            <a:pPr/>
            <a:fld id="{86CB4B4D-7CA3-9044-876B-883B54F8677D}" type="slidenum"/>
          </a:p>
        </p:txBody>
      </p:sp>
    </p:spTree>
  </p:cSld>
  <p:clrMapOvr>
    <a:masterClrMapping/>
  </p:clrMapOvr>
  <p:transition xmlns:p14="http://schemas.microsoft.com/office/powerpoint/2010/main" spd="med" advClick="1"/>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05" name="Footer Placeholder 4"/>
          <p:cNvSpPr txBox="1"/>
          <p:nvPr/>
        </p:nvSpPr>
        <p:spPr>
          <a:xfrm>
            <a:off x="121920" y="6537959"/>
            <a:ext cx="2651761" cy="167641"/>
          </a:xfrm>
          <a:prstGeom prst="rect">
            <a:avLst/>
          </a:prstGeom>
          <a:ln w="12700">
            <a:miter lim="400000"/>
          </a:ln>
          <a:extLst>
            <a:ext uri="{C572A759-6A51-4108-AA02-DFA0A04FC94B}">
              <ma14:wrappingTextBoxFlag xmlns:ma14="http://schemas.microsoft.com/office/mac/drawingml/2011/main" val="1"/>
            </a:ext>
          </a:extLst>
        </p:spPr>
        <p:txBody>
          <a:bodyPr lIns="45719" rIns="45719" anchor="b">
            <a:spAutoFit/>
          </a:bodyPr>
          <a:lstStyle>
            <a:lvl1pPr algn="ctr">
              <a:defRPr sz="500">
                <a:solidFill>
                  <a:schemeClr val="accent3">
                    <a:lumOff val="44000"/>
                  </a:schemeClr>
                </a:solidFill>
                <a:latin typeface="Arial Narrow"/>
                <a:ea typeface="Arial Narrow"/>
                <a:cs typeface="Arial Narrow"/>
                <a:sym typeface="Arial Narrow"/>
              </a:defRPr>
            </a:lvl1pPr>
          </a:lstStyle>
          <a:p>
            <a:pPr/>
            <a:r>
              <a:t>© 2022, Mike Murach &amp; Associates, Inc.</a:t>
            </a:r>
          </a:p>
        </p:txBody>
      </p:sp>
      <p:sp>
        <p:nvSpPr>
          <p:cNvPr id="306" name="Date Placeholder 3"/>
          <p:cNvSpPr txBox="1"/>
          <p:nvPr/>
        </p:nvSpPr>
        <p:spPr>
          <a:xfrm>
            <a:off x="2788920" y="6347460"/>
            <a:ext cx="3566160" cy="358141"/>
          </a:xfrm>
          <a:prstGeom prst="rect">
            <a:avLst/>
          </a:prstGeom>
          <a:ln w="12700">
            <a:miter lim="400000"/>
          </a:ln>
          <a:extLst>
            <a:ext uri="{C572A759-6A51-4108-AA02-DFA0A04FC94B}">
              <ma14:wrappingTextBoxFlag xmlns:ma14="http://schemas.microsoft.com/office/mac/drawingml/2011/main" val="1"/>
            </a:ext>
          </a:extLst>
        </p:spPr>
        <p:txBody>
          <a:bodyPr lIns="45719" rIns="45719" anchor="b">
            <a:spAutoFit/>
          </a:bodyPr>
          <a:lstStyle>
            <a:lvl1pPr algn="ctr">
              <a:defRPr b="1" i="1" sz="1800">
                <a:solidFill>
                  <a:schemeClr val="accent3">
                    <a:lumOff val="44000"/>
                  </a:schemeClr>
                </a:solidFill>
                <a:latin typeface="Arial Narrow"/>
                <a:ea typeface="Arial Narrow"/>
                <a:cs typeface="Arial Narrow"/>
                <a:sym typeface="Arial Narrow"/>
              </a:defRPr>
            </a:lvl1pPr>
          </a:lstStyle>
          <a:p>
            <a:pPr/>
            <a:r>
              <a:t>Murach's HTML and CSS, 5th Edition</a:t>
            </a:r>
          </a:p>
        </p:txBody>
      </p:sp>
      <p:sp>
        <p:nvSpPr>
          <p:cNvPr id="307" name="Slide Number Placeholder 5"/>
          <p:cNvSpPr txBox="1"/>
          <p:nvPr>
            <p:ph type="sldNum" sz="quarter" idx="2"/>
          </p:nvPr>
        </p:nvSpPr>
        <p:spPr>
          <a:xfrm>
            <a:off x="6629400" y="6418513"/>
            <a:ext cx="281940" cy="287087"/>
          </a:xfrm>
          <a:prstGeom prst="rect">
            <a:avLst/>
          </a:prstGeom>
          <a:extLst>
            <a:ext uri="{C572A759-6A51-4108-AA02-DFA0A04FC94B}">
              <ma14:wrappingTextBoxFlag xmlns:ma14="http://schemas.microsoft.com/office/mac/drawingml/2011/main" val="1"/>
            </a:ext>
          </a:extLst>
        </p:spPr>
        <p:txBody>
          <a:bodyPr/>
          <a:lstStyle>
            <a:lvl1pPr algn="l">
              <a:defRPr sz="1400">
                <a:latin typeface="+mn-lt"/>
                <a:ea typeface="+mn-ea"/>
                <a:cs typeface="+mn-cs"/>
                <a:sym typeface="Times New Roman"/>
              </a:defRPr>
            </a:lvl1pPr>
          </a:lstStyle>
          <a:p>
            <a:pPr/>
            <a:fld id="{86CB4B4D-7CA3-9044-876B-883B54F8677D}" type="slidenum"/>
          </a:p>
        </p:txBody>
      </p:sp>
      <p:pic>
        <p:nvPicPr>
          <p:cNvPr id="308" name="Screen Shot 2022-08-31 at 10.41.40 PM.png" descr="Screen Shot 2022-08-31 at 10.41.40 PM.png"/>
          <p:cNvPicPr>
            <a:picLocks noChangeAspect="1"/>
          </p:cNvPicPr>
          <p:nvPr/>
        </p:nvPicPr>
        <p:blipFill>
          <a:blip r:embed="rId3">
            <a:extLst/>
          </a:blip>
          <a:stretch>
            <a:fillRect/>
          </a:stretch>
        </p:blipFill>
        <p:spPr>
          <a:xfrm>
            <a:off x="286973" y="-87308"/>
            <a:ext cx="7970013" cy="6091227"/>
          </a:xfrm>
          <a:prstGeom prst="rect">
            <a:avLst/>
          </a:prstGeom>
          <a:ln w="12700">
            <a:miter lim="400000"/>
          </a:ln>
        </p:spPr>
      </p:pic>
    </p:spTree>
  </p:cSld>
  <p:clrMapOvr>
    <a:masterClrMapping/>
  </p:clrMapOvr>
  <p:transition xmlns:p14="http://schemas.microsoft.com/office/powerpoint/2010/main" spd="med" advClick="1"/>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12" name="Footer Placeholder 4"/>
          <p:cNvSpPr txBox="1"/>
          <p:nvPr/>
        </p:nvSpPr>
        <p:spPr>
          <a:xfrm>
            <a:off x="121920" y="6537959"/>
            <a:ext cx="2651761" cy="167641"/>
          </a:xfrm>
          <a:prstGeom prst="rect">
            <a:avLst/>
          </a:prstGeom>
          <a:ln w="12700">
            <a:miter lim="400000"/>
          </a:ln>
          <a:extLst>
            <a:ext uri="{C572A759-6A51-4108-AA02-DFA0A04FC94B}">
              <ma14:wrappingTextBoxFlag xmlns:ma14="http://schemas.microsoft.com/office/mac/drawingml/2011/main" val="1"/>
            </a:ext>
          </a:extLst>
        </p:spPr>
        <p:txBody>
          <a:bodyPr lIns="45719" rIns="45719" anchor="b">
            <a:spAutoFit/>
          </a:bodyPr>
          <a:lstStyle>
            <a:lvl1pPr algn="ctr">
              <a:defRPr sz="500">
                <a:solidFill>
                  <a:schemeClr val="accent3">
                    <a:lumOff val="44000"/>
                  </a:schemeClr>
                </a:solidFill>
                <a:latin typeface="Arial Narrow"/>
                <a:ea typeface="Arial Narrow"/>
                <a:cs typeface="Arial Narrow"/>
                <a:sym typeface="Arial Narrow"/>
              </a:defRPr>
            </a:lvl1pPr>
          </a:lstStyle>
          <a:p>
            <a:pPr/>
            <a:r>
              <a:t>© 2022, Mike Murach &amp; Associates, Inc.</a:t>
            </a:r>
          </a:p>
        </p:txBody>
      </p:sp>
      <p:sp>
        <p:nvSpPr>
          <p:cNvPr id="313" name="Date Placeholder 3"/>
          <p:cNvSpPr txBox="1"/>
          <p:nvPr/>
        </p:nvSpPr>
        <p:spPr>
          <a:xfrm>
            <a:off x="2788920" y="6347460"/>
            <a:ext cx="3566160" cy="358141"/>
          </a:xfrm>
          <a:prstGeom prst="rect">
            <a:avLst/>
          </a:prstGeom>
          <a:ln w="12700">
            <a:miter lim="400000"/>
          </a:ln>
          <a:extLst>
            <a:ext uri="{C572A759-6A51-4108-AA02-DFA0A04FC94B}">
              <ma14:wrappingTextBoxFlag xmlns:ma14="http://schemas.microsoft.com/office/mac/drawingml/2011/main" val="1"/>
            </a:ext>
          </a:extLst>
        </p:spPr>
        <p:txBody>
          <a:bodyPr lIns="45719" rIns="45719" anchor="b">
            <a:spAutoFit/>
          </a:bodyPr>
          <a:lstStyle>
            <a:lvl1pPr algn="ctr">
              <a:defRPr b="1" i="1" sz="1800">
                <a:solidFill>
                  <a:schemeClr val="accent3">
                    <a:lumOff val="44000"/>
                  </a:schemeClr>
                </a:solidFill>
                <a:latin typeface="Arial Narrow"/>
                <a:ea typeface="Arial Narrow"/>
                <a:cs typeface="Arial Narrow"/>
                <a:sym typeface="Arial Narrow"/>
              </a:defRPr>
            </a:lvl1pPr>
          </a:lstStyle>
          <a:p>
            <a:pPr/>
            <a:r>
              <a:t>Murach's HTML and CSS, 5th Edition</a:t>
            </a:r>
          </a:p>
        </p:txBody>
      </p:sp>
      <p:sp>
        <p:nvSpPr>
          <p:cNvPr id="314" name="Slide Number Placeholder 5"/>
          <p:cNvSpPr txBox="1"/>
          <p:nvPr>
            <p:ph type="sldNum" sz="quarter" idx="2"/>
          </p:nvPr>
        </p:nvSpPr>
        <p:spPr>
          <a:xfrm>
            <a:off x="6629400" y="6418513"/>
            <a:ext cx="281940" cy="287087"/>
          </a:xfrm>
          <a:prstGeom prst="rect">
            <a:avLst/>
          </a:prstGeom>
          <a:extLst>
            <a:ext uri="{C572A759-6A51-4108-AA02-DFA0A04FC94B}">
              <ma14:wrappingTextBoxFlag xmlns:ma14="http://schemas.microsoft.com/office/mac/drawingml/2011/main" val="1"/>
            </a:ext>
          </a:extLst>
        </p:spPr>
        <p:txBody>
          <a:bodyPr/>
          <a:lstStyle>
            <a:lvl1pPr algn="l">
              <a:defRPr sz="1400">
                <a:latin typeface="+mn-lt"/>
                <a:ea typeface="+mn-ea"/>
                <a:cs typeface="+mn-cs"/>
                <a:sym typeface="Times New Roman"/>
              </a:defRPr>
            </a:lvl1pPr>
          </a:lstStyle>
          <a:p>
            <a:pPr/>
            <a:fld id="{86CB4B4D-7CA3-9044-876B-883B54F8677D}" type="slidenum"/>
          </a:p>
        </p:txBody>
      </p:sp>
      <p:pic>
        <p:nvPicPr>
          <p:cNvPr id="315" name="Screen Shot 2022-08-31 at 10.44.39 PM.png" descr="Screen Shot 2022-08-31 at 10.44.39 PM.png"/>
          <p:cNvPicPr>
            <a:picLocks noChangeAspect="1"/>
          </p:cNvPicPr>
          <p:nvPr/>
        </p:nvPicPr>
        <p:blipFill>
          <a:blip r:embed="rId2">
            <a:extLst/>
          </a:blip>
          <a:stretch>
            <a:fillRect/>
          </a:stretch>
        </p:blipFill>
        <p:spPr>
          <a:xfrm>
            <a:off x="183920" y="323359"/>
            <a:ext cx="8776160" cy="5098746"/>
          </a:xfrm>
          <a:prstGeom prst="rect">
            <a:avLst/>
          </a:prstGeom>
          <a:ln w="12700">
            <a:miter lim="400000"/>
          </a:ln>
        </p:spPr>
      </p:pic>
    </p:spTree>
  </p:cSld>
  <p:clrMapOvr>
    <a:masterClrMapping/>
  </p:clrMapOvr>
  <p:transition xmlns:p14="http://schemas.microsoft.com/office/powerpoint/2010/main" spd="med" advClick="1"/>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17" name="Footer Placeholder 4"/>
          <p:cNvSpPr txBox="1"/>
          <p:nvPr/>
        </p:nvSpPr>
        <p:spPr>
          <a:xfrm>
            <a:off x="121920" y="6537959"/>
            <a:ext cx="2651761" cy="167641"/>
          </a:xfrm>
          <a:prstGeom prst="rect">
            <a:avLst/>
          </a:prstGeom>
          <a:ln w="12700">
            <a:miter lim="400000"/>
          </a:ln>
          <a:extLst>
            <a:ext uri="{C572A759-6A51-4108-AA02-DFA0A04FC94B}">
              <ma14:wrappingTextBoxFlag xmlns:ma14="http://schemas.microsoft.com/office/mac/drawingml/2011/main" val="1"/>
            </a:ext>
          </a:extLst>
        </p:spPr>
        <p:txBody>
          <a:bodyPr lIns="45719" rIns="45719" anchor="b">
            <a:spAutoFit/>
          </a:bodyPr>
          <a:lstStyle>
            <a:lvl1pPr algn="ctr">
              <a:defRPr sz="500">
                <a:solidFill>
                  <a:schemeClr val="accent3">
                    <a:lumOff val="44000"/>
                  </a:schemeClr>
                </a:solidFill>
                <a:latin typeface="Arial Narrow"/>
                <a:ea typeface="Arial Narrow"/>
                <a:cs typeface="Arial Narrow"/>
                <a:sym typeface="Arial Narrow"/>
              </a:defRPr>
            </a:lvl1pPr>
          </a:lstStyle>
          <a:p>
            <a:pPr/>
            <a:r>
              <a:t>© 2022, Mike Murach &amp; Associates, Inc.</a:t>
            </a:r>
          </a:p>
        </p:txBody>
      </p:sp>
      <p:sp>
        <p:nvSpPr>
          <p:cNvPr id="318" name="Title 6"/>
          <p:cNvSpPr txBox="1"/>
          <p:nvPr>
            <p:ph type="title"/>
          </p:nvPr>
        </p:nvSpPr>
        <p:spPr>
          <a:xfrm>
            <a:off x="914400" y="625989"/>
            <a:ext cx="7315200" cy="738665"/>
          </a:xfrm>
          <a:prstGeom prst="rect">
            <a:avLst/>
          </a:prstGeom>
        </p:spPr>
        <p:txBody>
          <a:bodyPr/>
          <a:lstStyle/>
          <a:p>
            <a:pPr>
              <a:spcBef>
                <a:spcPts val="600"/>
              </a:spcBef>
              <a:tabLst>
                <a:tab pos="1371600" algn="l"/>
              </a:tabLst>
            </a:pPr>
            <a:r>
              <a:t>HTML that uses block elements </a:t>
            </a:r>
            <a:br/>
            <a:r>
              <a:t>and character entities</a:t>
            </a:r>
          </a:p>
        </p:txBody>
      </p:sp>
      <p:sp>
        <p:nvSpPr>
          <p:cNvPr id="319" name="Text Placeholder 7"/>
          <p:cNvSpPr txBox="1"/>
          <p:nvPr>
            <p:ph type="body" idx="1"/>
          </p:nvPr>
        </p:nvSpPr>
        <p:spPr>
          <a:prstGeom prst="rect">
            <a:avLst/>
          </a:prstGeom>
        </p:spPr>
        <p:txBody>
          <a:bodyPr/>
          <a:lstStyle/>
          <a:p>
            <a:pPr indent="347345">
              <a:spcBef>
                <a:spcPts val="0"/>
              </a:spcBef>
              <a:tabLst>
                <a:tab pos="1371600" algn="l"/>
              </a:tabLst>
              <a:defRPr b="1" sz="1600">
                <a:latin typeface="Courier New"/>
                <a:ea typeface="Courier New"/>
                <a:cs typeface="Courier New"/>
                <a:sym typeface="Courier New"/>
              </a:defRPr>
            </a:pPr>
            <a:r>
              <a:t>&lt;p&gt;Ernest Hemingway wrote:&lt;/p&gt;</a:t>
            </a:r>
          </a:p>
          <a:p>
            <a:pPr indent="347345">
              <a:spcBef>
                <a:spcPts val="0"/>
              </a:spcBef>
              <a:tabLst>
                <a:tab pos="1371600" algn="l"/>
              </a:tabLst>
              <a:defRPr b="1" sz="1600">
                <a:latin typeface="Courier New"/>
                <a:ea typeface="Courier New"/>
                <a:cs typeface="Courier New"/>
                <a:sym typeface="Courier New"/>
              </a:defRPr>
            </a:pPr>
            <a:r>
              <a:t>&lt;blockquote&gt;</a:t>
            </a:r>
          </a:p>
          <a:p>
            <a:pPr indent="347345">
              <a:spcBef>
                <a:spcPts val="0"/>
              </a:spcBef>
              <a:tabLst>
                <a:tab pos="1371600" algn="l"/>
              </a:tabLst>
              <a:defRPr b="1" sz="1600">
                <a:latin typeface="Courier New"/>
                <a:ea typeface="Courier New"/>
                <a:cs typeface="Courier New"/>
                <a:sym typeface="Courier New"/>
              </a:defRPr>
            </a:pPr>
            <a:r>
              <a:t>    Cowardice, as distinguished from panic, is almost </a:t>
            </a:r>
          </a:p>
          <a:p>
            <a:pPr indent="347345">
              <a:spcBef>
                <a:spcPts val="0"/>
              </a:spcBef>
              <a:tabLst>
                <a:tab pos="1371600" algn="l"/>
              </a:tabLst>
              <a:defRPr b="1" sz="1600">
                <a:latin typeface="Courier New"/>
                <a:ea typeface="Courier New"/>
                <a:cs typeface="Courier New"/>
                <a:sym typeface="Courier New"/>
              </a:defRPr>
            </a:pPr>
            <a:r>
              <a:t>    always simply a lack of ability to suspend </a:t>
            </a:r>
          </a:p>
          <a:p>
            <a:pPr indent="347345">
              <a:spcBef>
                <a:spcPts val="0"/>
              </a:spcBef>
              <a:tabLst>
                <a:tab pos="1371600" algn="l"/>
              </a:tabLst>
              <a:defRPr b="1" sz="1600">
                <a:latin typeface="Courier New"/>
                <a:ea typeface="Courier New"/>
                <a:cs typeface="Courier New"/>
                <a:sym typeface="Courier New"/>
              </a:defRPr>
            </a:pPr>
            <a:r>
              <a:t>    the functioning of the imagination.</a:t>
            </a:r>
          </a:p>
          <a:p>
            <a:pPr indent="347345">
              <a:spcBef>
                <a:spcPts val="0"/>
              </a:spcBef>
              <a:tabLst>
                <a:tab pos="1371600" algn="l"/>
              </a:tabLst>
              <a:defRPr b="1" sz="1600">
                <a:latin typeface="Courier New"/>
                <a:ea typeface="Courier New"/>
                <a:cs typeface="Courier New"/>
                <a:sym typeface="Courier New"/>
              </a:defRPr>
            </a:pPr>
            <a:r>
              <a:t>&lt;/blockquote&gt;</a:t>
            </a:r>
          </a:p>
          <a:p>
            <a:pPr indent="347345">
              <a:spcBef>
                <a:spcPts val="0"/>
              </a:spcBef>
              <a:tabLst>
                <a:tab pos="1371600" algn="l"/>
              </a:tabLst>
              <a:defRPr b="1" sz="1600">
                <a:latin typeface="Courier New"/>
                <a:ea typeface="Courier New"/>
                <a:cs typeface="Courier New"/>
                <a:sym typeface="Courier New"/>
              </a:defRPr>
            </a:pPr>
            <a:r>
              <a:t>        </a:t>
            </a:r>
          </a:p>
          <a:p>
            <a:pPr indent="347345">
              <a:spcBef>
                <a:spcPts val="0"/>
              </a:spcBef>
              <a:tabLst>
                <a:tab pos="1371600" algn="l"/>
              </a:tabLst>
              <a:defRPr b="1" sz="1600">
                <a:latin typeface="Courier New"/>
                <a:ea typeface="Courier New"/>
                <a:cs typeface="Courier New"/>
                <a:sym typeface="Courier New"/>
              </a:defRPr>
            </a:pPr>
            <a:r>
              <a:t>&lt;address&gt;1-800-221-5528&lt;br&gt;</a:t>
            </a:r>
          </a:p>
          <a:p>
            <a:pPr indent="347345">
              <a:spcBef>
                <a:spcPts val="0"/>
              </a:spcBef>
              <a:tabLst>
                <a:tab pos="1371600" algn="l"/>
              </a:tabLst>
              <a:defRPr b="1" sz="1600">
                <a:latin typeface="Courier New"/>
                <a:ea typeface="Courier New"/>
                <a:cs typeface="Courier New"/>
                <a:sym typeface="Courier New"/>
              </a:defRPr>
            </a:pPr>
            <a:r>
              <a:t>    &lt;a href="emailto:murachbooks@murach.com"&gt;</a:t>
            </a:r>
          </a:p>
          <a:p>
            <a:pPr indent="347345">
              <a:spcBef>
                <a:spcPts val="0"/>
              </a:spcBef>
              <a:tabLst>
                <a:tab pos="1371600" algn="l"/>
              </a:tabLst>
              <a:defRPr b="1" sz="1600">
                <a:latin typeface="Courier New"/>
                <a:ea typeface="Courier New"/>
                <a:cs typeface="Courier New"/>
                <a:sym typeface="Courier New"/>
              </a:defRPr>
            </a:pPr>
            <a:r>
              <a:t>       murachbooks@murach.com&lt;/a&gt;</a:t>
            </a:r>
          </a:p>
          <a:p>
            <a:pPr indent="347345">
              <a:spcBef>
                <a:spcPts val="0"/>
              </a:spcBef>
              <a:tabLst>
                <a:tab pos="1371600" algn="l"/>
              </a:tabLst>
              <a:defRPr b="1" sz="1600">
                <a:latin typeface="Courier New"/>
                <a:ea typeface="Courier New"/>
                <a:cs typeface="Courier New"/>
                <a:sym typeface="Courier New"/>
              </a:defRPr>
            </a:pPr>
            <a:r>
              <a:t>&lt;/address&gt;</a:t>
            </a:r>
          </a:p>
          <a:p>
            <a:pPr indent="347345">
              <a:spcBef>
                <a:spcPts val="0"/>
              </a:spcBef>
              <a:tabLst>
                <a:tab pos="1371600" algn="l"/>
              </a:tabLst>
              <a:defRPr b="1" sz="1600">
                <a:latin typeface="Courier New"/>
                <a:ea typeface="Courier New"/>
                <a:cs typeface="Courier New"/>
                <a:sym typeface="Courier New"/>
              </a:defRPr>
            </a:pPr>
            <a:r>
              <a:t> </a:t>
            </a:r>
          </a:p>
          <a:p>
            <a:pPr indent="347345">
              <a:spcBef>
                <a:spcPts val="0"/>
              </a:spcBef>
              <a:tabLst>
                <a:tab pos="1371600" algn="l"/>
              </a:tabLst>
              <a:defRPr b="1" sz="1600">
                <a:latin typeface="Courier New"/>
                <a:ea typeface="Courier New"/>
                <a:cs typeface="Courier New"/>
                <a:sym typeface="Courier New"/>
              </a:defRPr>
            </a:pPr>
            <a:r>
              <a:t>&lt;p&gt;&amp;copy; 2022 Mike Murach &amp;amp; Associates, Inc.&lt;/p&gt;</a:t>
            </a:r>
          </a:p>
          <a:p>
            <a:pPr indent="347345">
              <a:spcBef>
                <a:spcPts val="0"/>
              </a:spcBef>
              <a:tabLst>
                <a:tab pos="1371600" algn="l"/>
              </a:tabLst>
              <a:defRPr b="1" sz="1600">
                <a:latin typeface="Courier New"/>
                <a:ea typeface="Courier New"/>
                <a:cs typeface="Courier New"/>
                <a:sym typeface="Courier New"/>
              </a:defRPr>
            </a:pPr>
            <a:r>
              <a:t> </a:t>
            </a:r>
          </a:p>
        </p:txBody>
      </p:sp>
      <p:sp>
        <p:nvSpPr>
          <p:cNvPr id="320" name="Date Placeholder 3"/>
          <p:cNvSpPr txBox="1"/>
          <p:nvPr/>
        </p:nvSpPr>
        <p:spPr>
          <a:xfrm>
            <a:off x="2788920" y="6347460"/>
            <a:ext cx="3566160" cy="358141"/>
          </a:xfrm>
          <a:prstGeom prst="rect">
            <a:avLst/>
          </a:prstGeom>
          <a:ln w="12700">
            <a:miter lim="400000"/>
          </a:ln>
          <a:extLst>
            <a:ext uri="{C572A759-6A51-4108-AA02-DFA0A04FC94B}">
              <ma14:wrappingTextBoxFlag xmlns:ma14="http://schemas.microsoft.com/office/mac/drawingml/2011/main" val="1"/>
            </a:ext>
          </a:extLst>
        </p:spPr>
        <p:txBody>
          <a:bodyPr lIns="45719" rIns="45719" anchor="b">
            <a:spAutoFit/>
          </a:bodyPr>
          <a:lstStyle>
            <a:lvl1pPr algn="ctr">
              <a:defRPr b="1" i="1" sz="1800">
                <a:solidFill>
                  <a:schemeClr val="accent3">
                    <a:lumOff val="44000"/>
                  </a:schemeClr>
                </a:solidFill>
                <a:latin typeface="Arial Narrow"/>
                <a:ea typeface="Arial Narrow"/>
                <a:cs typeface="Arial Narrow"/>
                <a:sym typeface="Arial Narrow"/>
              </a:defRPr>
            </a:lvl1pPr>
          </a:lstStyle>
          <a:p>
            <a:pPr/>
            <a:r>
              <a:t>Murach's HTML and CSS, 5th Edition</a:t>
            </a:r>
          </a:p>
        </p:txBody>
      </p:sp>
      <p:sp>
        <p:nvSpPr>
          <p:cNvPr id="321" name="Slide Number Placeholder 5"/>
          <p:cNvSpPr txBox="1"/>
          <p:nvPr>
            <p:ph type="sldNum" sz="quarter" idx="2"/>
          </p:nvPr>
        </p:nvSpPr>
        <p:spPr>
          <a:xfrm>
            <a:off x="6629400" y="6418513"/>
            <a:ext cx="281940" cy="287087"/>
          </a:xfrm>
          <a:prstGeom prst="rect">
            <a:avLst/>
          </a:prstGeom>
          <a:extLst>
            <a:ext uri="{C572A759-6A51-4108-AA02-DFA0A04FC94B}">
              <ma14:wrappingTextBoxFlag xmlns:ma14="http://schemas.microsoft.com/office/mac/drawingml/2011/main" val="1"/>
            </a:ext>
          </a:extLst>
        </p:spPr>
        <p:txBody>
          <a:bodyPr/>
          <a:lstStyle>
            <a:lvl1pPr algn="l">
              <a:defRPr sz="1400">
                <a:latin typeface="+mn-lt"/>
                <a:ea typeface="+mn-ea"/>
                <a:cs typeface="+mn-cs"/>
                <a:sym typeface="Times New Roman"/>
              </a:defRPr>
            </a:lvl1pPr>
          </a:lstStyle>
          <a:p>
            <a:pPr/>
            <a:fld id="{86CB4B4D-7CA3-9044-876B-883B54F8677D}" type="slidenum"/>
          </a:p>
        </p:txBody>
      </p:sp>
    </p:spTree>
  </p:cSld>
  <p:clrMapOvr>
    <a:masterClrMapping/>
  </p:clrMapOvr>
  <p:transition xmlns:p14="http://schemas.microsoft.com/office/powerpoint/2010/main" spd="med" advClick="1"/>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25" name="Footer Placeholder 4"/>
          <p:cNvSpPr txBox="1"/>
          <p:nvPr/>
        </p:nvSpPr>
        <p:spPr>
          <a:xfrm>
            <a:off x="121920" y="6537959"/>
            <a:ext cx="2651761" cy="167641"/>
          </a:xfrm>
          <a:prstGeom prst="rect">
            <a:avLst/>
          </a:prstGeom>
          <a:ln w="12700">
            <a:miter lim="400000"/>
          </a:ln>
          <a:extLst>
            <a:ext uri="{C572A759-6A51-4108-AA02-DFA0A04FC94B}">
              <ma14:wrappingTextBoxFlag xmlns:ma14="http://schemas.microsoft.com/office/mac/drawingml/2011/main" val="1"/>
            </a:ext>
          </a:extLst>
        </p:spPr>
        <p:txBody>
          <a:bodyPr lIns="45719" rIns="45719" anchor="b">
            <a:spAutoFit/>
          </a:bodyPr>
          <a:lstStyle>
            <a:lvl1pPr algn="ctr">
              <a:defRPr sz="500">
                <a:solidFill>
                  <a:schemeClr val="accent3">
                    <a:lumOff val="44000"/>
                  </a:schemeClr>
                </a:solidFill>
                <a:latin typeface="Arial Narrow"/>
                <a:ea typeface="Arial Narrow"/>
                <a:cs typeface="Arial Narrow"/>
                <a:sym typeface="Arial Narrow"/>
              </a:defRPr>
            </a:lvl1pPr>
          </a:lstStyle>
          <a:p>
            <a:pPr/>
            <a:r>
              <a:t>© 2022, Mike Murach &amp; Associates, Inc.</a:t>
            </a:r>
          </a:p>
        </p:txBody>
      </p:sp>
      <p:sp>
        <p:nvSpPr>
          <p:cNvPr id="326" name="Title 6"/>
          <p:cNvSpPr txBox="1"/>
          <p:nvPr>
            <p:ph type="title"/>
          </p:nvPr>
        </p:nvSpPr>
        <p:spPr>
          <a:xfrm>
            <a:off x="914400" y="440322"/>
            <a:ext cx="7315200" cy="738665"/>
          </a:xfrm>
          <a:prstGeom prst="rect">
            <a:avLst/>
          </a:prstGeom>
        </p:spPr>
        <p:txBody>
          <a:bodyPr/>
          <a:lstStyle/>
          <a:p>
            <a:pPr>
              <a:spcBef>
                <a:spcPts val="600"/>
              </a:spcBef>
              <a:tabLst>
                <a:tab pos="1371600" algn="l"/>
              </a:tabLst>
            </a:pPr>
            <a:r>
              <a:t>The block elements and character entities </a:t>
            </a:r>
            <a:br/>
            <a:r>
              <a:t>in a web browser</a:t>
            </a:r>
          </a:p>
        </p:txBody>
      </p:sp>
      <p:pic>
        <p:nvPicPr>
          <p:cNvPr id="327" name="Content Placeholder 8" descr="Content Placeholder 8"/>
          <p:cNvPicPr>
            <a:picLocks noChangeAspect="1"/>
          </p:cNvPicPr>
          <p:nvPr/>
        </p:nvPicPr>
        <p:blipFill>
          <a:blip r:embed="rId2">
            <a:extLst/>
          </a:blip>
          <a:stretch>
            <a:fillRect/>
          </a:stretch>
        </p:blipFill>
        <p:spPr>
          <a:xfrm>
            <a:off x="1219200" y="1295400"/>
            <a:ext cx="7078069" cy="1926503"/>
          </a:xfrm>
          <a:prstGeom prst="rect">
            <a:avLst/>
          </a:prstGeom>
          <a:ln w="12700">
            <a:miter lim="400000"/>
          </a:ln>
        </p:spPr>
      </p:pic>
      <p:sp>
        <p:nvSpPr>
          <p:cNvPr id="328" name="Date Placeholder 3"/>
          <p:cNvSpPr txBox="1"/>
          <p:nvPr/>
        </p:nvSpPr>
        <p:spPr>
          <a:xfrm>
            <a:off x="2788920" y="6347460"/>
            <a:ext cx="3566160" cy="358141"/>
          </a:xfrm>
          <a:prstGeom prst="rect">
            <a:avLst/>
          </a:prstGeom>
          <a:ln w="12700">
            <a:miter lim="400000"/>
          </a:ln>
          <a:extLst>
            <a:ext uri="{C572A759-6A51-4108-AA02-DFA0A04FC94B}">
              <ma14:wrappingTextBoxFlag xmlns:ma14="http://schemas.microsoft.com/office/mac/drawingml/2011/main" val="1"/>
            </a:ext>
          </a:extLst>
        </p:spPr>
        <p:txBody>
          <a:bodyPr lIns="45719" rIns="45719" anchor="b">
            <a:spAutoFit/>
          </a:bodyPr>
          <a:lstStyle>
            <a:lvl1pPr algn="ctr">
              <a:defRPr b="1" i="1" sz="1800">
                <a:solidFill>
                  <a:schemeClr val="accent3">
                    <a:lumOff val="44000"/>
                  </a:schemeClr>
                </a:solidFill>
                <a:latin typeface="Arial Narrow"/>
                <a:ea typeface="Arial Narrow"/>
                <a:cs typeface="Arial Narrow"/>
                <a:sym typeface="Arial Narrow"/>
              </a:defRPr>
            </a:lvl1pPr>
          </a:lstStyle>
          <a:p>
            <a:pPr/>
            <a:r>
              <a:t>Murach's HTML and CSS, 5th Edition</a:t>
            </a:r>
          </a:p>
        </p:txBody>
      </p:sp>
      <p:sp>
        <p:nvSpPr>
          <p:cNvPr id="329" name="Slide Number Placeholder 5"/>
          <p:cNvSpPr txBox="1"/>
          <p:nvPr>
            <p:ph type="sldNum" sz="quarter" idx="2"/>
          </p:nvPr>
        </p:nvSpPr>
        <p:spPr>
          <a:xfrm>
            <a:off x="6629400" y="6418513"/>
            <a:ext cx="281940" cy="287087"/>
          </a:xfrm>
          <a:prstGeom prst="rect">
            <a:avLst/>
          </a:prstGeom>
          <a:extLst>
            <a:ext uri="{C572A759-6A51-4108-AA02-DFA0A04FC94B}">
              <ma14:wrappingTextBoxFlag xmlns:ma14="http://schemas.microsoft.com/office/mac/drawingml/2011/main" val="1"/>
            </a:ext>
          </a:extLst>
        </p:spPr>
        <p:txBody>
          <a:bodyPr/>
          <a:lstStyle>
            <a:lvl1pPr algn="l">
              <a:defRPr sz="1400">
                <a:latin typeface="+mn-lt"/>
                <a:ea typeface="+mn-ea"/>
                <a:cs typeface="+mn-cs"/>
                <a:sym typeface="Times New Roman"/>
              </a:defRPr>
            </a:lvl1pPr>
          </a:lstStyle>
          <a:p>
            <a:pPr/>
            <a:fld id="{86CB4B4D-7CA3-9044-876B-883B54F8677D}" type="slidenum"/>
          </a:p>
        </p:txBody>
      </p:sp>
    </p:spTree>
  </p:cSld>
  <p:clrMapOvr>
    <a:masterClrMapping/>
  </p:clrMapOvr>
  <p:transition xmlns:p14="http://schemas.microsoft.com/office/powerpoint/2010/main" spd="med" advClick="1"/>
</p:sld>
</file>

<file path=ppt/slides/slide2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31" name="Footer Placeholder 4"/>
          <p:cNvSpPr txBox="1"/>
          <p:nvPr/>
        </p:nvSpPr>
        <p:spPr>
          <a:xfrm>
            <a:off x="121920" y="6537959"/>
            <a:ext cx="2651761" cy="167641"/>
          </a:xfrm>
          <a:prstGeom prst="rect">
            <a:avLst/>
          </a:prstGeom>
          <a:ln w="12700">
            <a:miter lim="400000"/>
          </a:ln>
          <a:extLst>
            <a:ext uri="{C572A759-6A51-4108-AA02-DFA0A04FC94B}">
              <ma14:wrappingTextBoxFlag xmlns:ma14="http://schemas.microsoft.com/office/mac/drawingml/2011/main" val="1"/>
            </a:ext>
          </a:extLst>
        </p:spPr>
        <p:txBody>
          <a:bodyPr lIns="45719" rIns="45719" anchor="b">
            <a:spAutoFit/>
          </a:bodyPr>
          <a:lstStyle>
            <a:lvl1pPr algn="ctr">
              <a:defRPr sz="500">
                <a:solidFill>
                  <a:schemeClr val="accent3">
                    <a:lumOff val="44000"/>
                  </a:schemeClr>
                </a:solidFill>
                <a:latin typeface="Arial Narrow"/>
                <a:ea typeface="Arial Narrow"/>
                <a:cs typeface="Arial Narrow"/>
                <a:sym typeface="Arial Narrow"/>
              </a:defRPr>
            </a:lvl1pPr>
          </a:lstStyle>
          <a:p>
            <a:pPr/>
            <a:r>
              <a:t>© 2022, Mike Murach &amp; Associates, Inc.</a:t>
            </a:r>
          </a:p>
        </p:txBody>
      </p:sp>
      <p:sp>
        <p:nvSpPr>
          <p:cNvPr id="332" name="Title 6"/>
          <p:cNvSpPr txBox="1"/>
          <p:nvPr>
            <p:ph type="title"/>
          </p:nvPr>
        </p:nvSpPr>
        <p:spPr>
          <a:prstGeom prst="rect">
            <a:avLst/>
          </a:prstGeom>
        </p:spPr>
        <p:txBody>
          <a:bodyPr/>
          <a:lstStyle>
            <a:lvl1pPr>
              <a:spcBef>
                <a:spcPts val="600"/>
              </a:spcBef>
              <a:tabLst>
                <a:tab pos="1371600" algn="l"/>
              </a:tabLst>
            </a:lvl1pPr>
          </a:lstStyle>
          <a:p>
            <a:pPr/>
            <a:r>
              <a:t>A simple website folder structure</a:t>
            </a:r>
          </a:p>
        </p:txBody>
      </p:sp>
      <p:sp>
        <p:nvSpPr>
          <p:cNvPr id="333" name="Date Placeholder 3"/>
          <p:cNvSpPr txBox="1"/>
          <p:nvPr/>
        </p:nvSpPr>
        <p:spPr>
          <a:xfrm>
            <a:off x="2788920" y="6347460"/>
            <a:ext cx="3566160" cy="358141"/>
          </a:xfrm>
          <a:prstGeom prst="rect">
            <a:avLst/>
          </a:prstGeom>
          <a:ln w="12700">
            <a:miter lim="400000"/>
          </a:ln>
          <a:extLst>
            <a:ext uri="{C572A759-6A51-4108-AA02-DFA0A04FC94B}">
              <ma14:wrappingTextBoxFlag xmlns:ma14="http://schemas.microsoft.com/office/mac/drawingml/2011/main" val="1"/>
            </a:ext>
          </a:extLst>
        </p:spPr>
        <p:txBody>
          <a:bodyPr lIns="45719" rIns="45719" anchor="b">
            <a:spAutoFit/>
          </a:bodyPr>
          <a:lstStyle>
            <a:lvl1pPr algn="ctr">
              <a:defRPr b="1" i="1" sz="1800">
                <a:solidFill>
                  <a:schemeClr val="accent3">
                    <a:lumOff val="44000"/>
                  </a:schemeClr>
                </a:solidFill>
                <a:latin typeface="Arial Narrow"/>
                <a:ea typeface="Arial Narrow"/>
                <a:cs typeface="Arial Narrow"/>
                <a:sym typeface="Arial Narrow"/>
              </a:defRPr>
            </a:lvl1pPr>
          </a:lstStyle>
          <a:p>
            <a:pPr/>
            <a:r>
              <a:t>Murach's HTML and CSS, 5th Edition</a:t>
            </a:r>
          </a:p>
        </p:txBody>
      </p:sp>
      <p:sp>
        <p:nvSpPr>
          <p:cNvPr id="334" name="Slide Number Placeholder 5"/>
          <p:cNvSpPr txBox="1"/>
          <p:nvPr>
            <p:ph type="sldNum" sz="quarter" idx="2"/>
          </p:nvPr>
        </p:nvSpPr>
        <p:spPr>
          <a:xfrm>
            <a:off x="6629400" y="6418513"/>
            <a:ext cx="281940" cy="287087"/>
          </a:xfrm>
          <a:prstGeom prst="rect">
            <a:avLst/>
          </a:prstGeom>
          <a:extLst>
            <a:ext uri="{C572A759-6A51-4108-AA02-DFA0A04FC94B}">
              <ma14:wrappingTextBoxFlag xmlns:ma14="http://schemas.microsoft.com/office/mac/drawingml/2011/main" val="1"/>
            </a:ext>
          </a:extLst>
        </p:spPr>
        <p:txBody>
          <a:bodyPr/>
          <a:lstStyle>
            <a:lvl1pPr algn="l">
              <a:defRPr sz="1400">
                <a:latin typeface="+mn-lt"/>
                <a:ea typeface="+mn-ea"/>
                <a:cs typeface="+mn-cs"/>
                <a:sym typeface="Times New Roman"/>
              </a:defRPr>
            </a:lvl1pPr>
          </a:lstStyle>
          <a:p>
            <a:pPr/>
            <a:fld id="{86CB4B4D-7CA3-9044-876B-883B54F8677D}" type="slidenum"/>
          </a:p>
        </p:txBody>
      </p:sp>
      <p:pic>
        <p:nvPicPr>
          <p:cNvPr id="335" name="Content Placeholder 2" descr="Content Placeholder 2"/>
          <p:cNvPicPr>
            <a:picLocks noChangeAspect="1"/>
          </p:cNvPicPr>
          <p:nvPr/>
        </p:nvPicPr>
        <p:blipFill>
          <a:blip r:embed="rId3">
            <a:extLst/>
          </a:blip>
          <a:stretch>
            <a:fillRect/>
          </a:stretch>
        </p:blipFill>
        <p:spPr>
          <a:xfrm>
            <a:off x="914400" y="1219200"/>
            <a:ext cx="7163421" cy="3511600"/>
          </a:xfrm>
          <a:prstGeom prst="rect">
            <a:avLst/>
          </a:prstGeom>
          <a:ln w="12700">
            <a:miter lim="400000"/>
          </a:ln>
        </p:spPr>
      </p:pic>
    </p:spTree>
  </p:cSld>
  <p:clrMapOvr>
    <a:masterClrMapping/>
  </p:clrMapOvr>
  <p:transition xmlns:p14="http://schemas.microsoft.com/office/powerpoint/2010/main" spd="med" advClick="1"/>
</p:sld>
</file>

<file path=ppt/slides/slide2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39" name="Footer Placeholder 4"/>
          <p:cNvSpPr txBox="1"/>
          <p:nvPr/>
        </p:nvSpPr>
        <p:spPr>
          <a:xfrm>
            <a:off x="121920" y="6537959"/>
            <a:ext cx="2651761" cy="167641"/>
          </a:xfrm>
          <a:prstGeom prst="rect">
            <a:avLst/>
          </a:prstGeom>
          <a:ln w="12700">
            <a:miter lim="400000"/>
          </a:ln>
          <a:extLst>
            <a:ext uri="{C572A759-6A51-4108-AA02-DFA0A04FC94B}">
              <ma14:wrappingTextBoxFlag xmlns:ma14="http://schemas.microsoft.com/office/mac/drawingml/2011/main" val="1"/>
            </a:ext>
          </a:extLst>
        </p:spPr>
        <p:txBody>
          <a:bodyPr lIns="45719" rIns="45719" anchor="b">
            <a:spAutoFit/>
          </a:bodyPr>
          <a:lstStyle>
            <a:lvl1pPr algn="ctr">
              <a:defRPr sz="500">
                <a:solidFill>
                  <a:schemeClr val="accent3">
                    <a:lumOff val="44000"/>
                  </a:schemeClr>
                </a:solidFill>
                <a:latin typeface="Arial Narrow"/>
                <a:ea typeface="Arial Narrow"/>
                <a:cs typeface="Arial Narrow"/>
                <a:sym typeface="Arial Narrow"/>
              </a:defRPr>
            </a:lvl1pPr>
          </a:lstStyle>
          <a:p>
            <a:pPr/>
            <a:r>
              <a:t>© 2022, Mike Murach &amp; Associates, Inc.</a:t>
            </a:r>
          </a:p>
        </p:txBody>
      </p:sp>
      <p:sp>
        <p:nvSpPr>
          <p:cNvPr id="340" name="Title 1"/>
          <p:cNvSpPr txBox="1"/>
          <p:nvPr>
            <p:ph type="title"/>
          </p:nvPr>
        </p:nvSpPr>
        <p:spPr>
          <a:prstGeom prst="rect">
            <a:avLst/>
          </a:prstGeom>
        </p:spPr>
        <p:txBody>
          <a:bodyPr/>
          <a:lstStyle>
            <a:lvl1pPr>
              <a:spcBef>
                <a:spcPts val="600"/>
              </a:spcBef>
              <a:tabLst>
                <a:tab pos="1371600" algn="l"/>
              </a:tabLst>
            </a:lvl1pPr>
          </a:lstStyle>
          <a:p>
            <a:pPr/>
            <a:r>
              <a:t>Working with URLs and paths</a:t>
            </a:r>
          </a:p>
        </p:txBody>
      </p:sp>
      <p:sp>
        <p:nvSpPr>
          <p:cNvPr id="341" name="Text Placeholder 2"/>
          <p:cNvSpPr txBox="1"/>
          <p:nvPr>
            <p:ph type="body" idx="1"/>
          </p:nvPr>
        </p:nvSpPr>
        <p:spPr>
          <a:xfrm>
            <a:off x="1528139" y="859818"/>
            <a:ext cx="7391401" cy="4876801"/>
          </a:xfrm>
          <a:prstGeom prst="rect">
            <a:avLst/>
          </a:prstGeom>
        </p:spPr>
        <p:txBody>
          <a:bodyPr/>
          <a:lstStyle/>
          <a:p>
            <a:pPr indent="347345">
              <a:spcBef>
                <a:spcPts val="900"/>
              </a:spcBef>
              <a:tabLst>
                <a:tab pos="1371600" algn="l"/>
                <a:tab pos="2743200" algn="l"/>
              </a:tabLst>
              <a:defRPr b="1" spc="-100"/>
            </a:pPr>
            <a:r>
              <a:t>Absolute URLs</a:t>
            </a:r>
          </a:p>
          <a:p>
            <a:pPr indent="347345">
              <a:spcBef>
                <a:spcPts val="0"/>
              </a:spcBef>
              <a:tabLst>
                <a:tab pos="1371600" algn="l"/>
              </a:tabLst>
              <a:defRPr b="1" sz="1600">
                <a:latin typeface="Courier New"/>
                <a:ea typeface="Courier New"/>
                <a:cs typeface="Courier New"/>
                <a:sym typeface="Courier New"/>
              </a:defRPr>
            </a:pPr>
            <a:r>
              <a:t>http://www.murach.com/index.html</a:t>
            </a:r>
          </a:p>
          <a:p>
            <a:pPr indent="347345">
              <a:spcBef>
                <a:spcPts val="0"/>
              </a:spcBef>
              <a:tabLst>
                <a:tab pos="1371600" algn="l"/>
              </a:tabLst>
              <a:defRPr b="1" sz="1600">
                <a:latin typeface="Courier New"/>
                <a:ea typeface="Courier New"/>
                <a:cs typeface="Courier New"/>
                <a:sym typeface="Courier New"/>
              </a:defRPr>
            </a:pPr>
            <a:r>
              <a:t>http://www.murach.com/books/php/toc.html</a:t>
            </a:r>
          </a:p>
          <a:p>
            <a:pPr indent="347345">
              <a:spcBef>
                <a:spcPts val="900"/>
              </a:spcBef>
              <a:tabLst>
                <a:tab pos="1371600" algn="l"/>
                <a:tab pos="2743200" algn="l"/>
              </a:tabLst>
              <a:defRPr b="1" spc="-100"/>
            </a:pPr>
            <a:r>
              <a:t>Root-relative paths</a:t>
            </a:r>
          </a:p>
          <a:p>
            <a:pPr indent="347345">
              <a:spcBef>
                <a:spcPts val="0"/>
              </a:spcBef>
              <a:tabLst>
                <a:tab pos="1371600" algn="l"/>
              </a:tabLst>
              <a:defRPr b="1" sz="1600">
                <a:latin typeface="Courier New"/>
                <a:ea typeface="Courier New"/>
                <a:cs typeface="Courier New"/>
                <a:sym typeface="Courier New"/>
              </a:defRPr>
            </a:pPr>
            <a:r>
              <a:t>/login.html</a:t>
            </a:r>
          </a:p>
          <a:p>
            <a:pPr indent="347345">
              <a:spcBef>
                <a:spcPts val="0"/>
              </a:spcBef>
              <a:tabLst>
                <a:tab pos="1371600" algn="l"/>
              </a:tabLst>
              <a:defRPr b="1" sz="1600">
                <a:latin typeface="Courier New"/>
                <a:ea typeface="Courier New"/>
                <a:cs typeface="Courier New"/>
                <a:sym typeface="Courier New"/>
              </a:defRPr>
            </a:pPr>
            <a:r>
              <a:t>/images/logo.gif</a:t>
            </a:r>
          </a:p>
          <a:p>
            <a:pPr indent="347345">
              <a:spcBef>
                <a:spcPts val="900"/>
              </a:spcBef>
              <a:tabLst>
                <a:tab pos="1371600" algn="l"/>
                <a:tab pos="2743200" algn="l"/>
              </a:tabLst>
              <a:defRPr b="1" spc="-100"/>
            </a:pPr>
            <a:r>
              <a:t>Document-relative paths that navigate down</a:t>
            </a:r>
          </a:p>
          <a:p>
            <a:pPr indent="347345">
              <a:spcBef>
                <a:spcPts val="0"/>
              </a:spcBef>
              <a:tabLst>
                <a:tab pos="1371600" algn="l"/>
              </a:tabLst>
              <a:defRPr b="1" sz="1600">
                <a:latin typeface="Courier New"/>
                <a:ea typeface="Courier New"/>
                <a:cs typeface="Courier New"/>
                <a:sym typeface="Courier New"/>
              </a:defRPr>
            </a:pPr>
            <a:r>
              <a:t>images/logo.gif</a:t>
            </a:r>
          </a:p>
          <a:p>
            <a:pPr indent="347345">
              <a:spcBef>
                <a:spcPts val="0"/>
              </a:spcBef>
              <a:tabLst>
                <a:tab pos="1371600" algn="l"/>
              </a:tabLst>
              <a:defRPr b="1" sz="1600">
                <a:latin typeface="Courier New"/>
                <a:ea typeface="Courier New"/>
                <a:cs typeface="Courier New"/>
                <a:sym typeface="Courier New"/>
              </a:defRPr>
            </a:pPr>
            <a:r>
              <a:t>books/php/overview.html</a:t>
            </a:r>
          </a:p>
          <a:p>
            <a:pPr indent="347345">
              <a:spcBef>
                <a:spcPts val="900"/>
              </a:spcBef>
              <a:tabLst>
                <a:tab pos="1371600" algn="l"/>
                <a:tab pos="2743200" algn="l"/>
              </a:tabLst>
              <a:defRPr b="1" spc="-100"/>
            </a:pPr>
            <a:r>
              <a:t>Document-relative paths that navigate up</a:t>
            </a:r>
          </a:p>
          <a:p>
            <a:pPr indent="347345">
              <a:spcBef>
                <a:spcPts val="0"/>
              </a:spcBef>
              <a:tabLst>
                <a:tab pos="1371600" algn="l"/>
              </a:tabLst>
              <a:defRPr b="1" sz="1600">
                <a:latin typeface="Courier New"/>
                <a:ea typeface="Courier New"/>
                <a:cs typeface="Courier New"/>
                <a:sym typeface="Courier New"/>
              </a:defRPr>
            </a:pPr>
            <a:r>
              <a:t>../index.html</a:t>
            </a:r>
          </a:p>
          <a:p>
            <a:pPr indent="347345">
              <a:spcBef>
                <a:spcPts val="0"/>
              </a:spcBef>
              <a:tabLst>
                <a:tab pos="1371600" algn="l"/>
              </a:tabLst>
              <a:defRPr b="1" sz="1600">
                <a:latin typeface="Courier New"/>
                <a:ea typeface="Courier New"/>
                <a:cs typeface="Courier New"/>
                <a:sym typeface="Courier New"/>
              </a:defRPr>
            </a:pPr>
            <a:r>
              <a:t>../images/logo.gif</a:t>
            </a:r>
          </a:p>
        </p:txBody>
      </p:sp>
      <p:sp>
        <p:nvSpPr>
          <p:cNvPr id="342" name="Date Placeholder 3"/>
          <p:cNvSpPr txBox="1"/>
          <p:nvPr/>
        </p:nvSpPr>
        <p:spPr>
          <a:xfrm>
            <a:off x="2788920" y="6347460"/>
            <a:ext cx="3566160" cy="358141"/>
          </a:xfrm>
          <a:prstGeom prst="rect">
            <a:avLst/>
          </a:prstGeom>
          <a:ln w="12700">
            <a:miter lim="400000"/>
          </a:ln>
          <a:extLst>
            <a:ext uri="{C572A759-6A51-4108-AA02-DFA0A04FC94B}">
              <ma14:wrappingTextBoxFlag xmlns:ma14="http://schemas.microsoft.com/office/mac/drawingml/2011/main" val="1"/>
            </a:ext>
          </a:extLst>
        </p:spPr>
        <p:txBody>
          <a:bodyPr lIns="45719" rIns="45719" anchor="b">
            <a:spAutoFit/>
          </a:bodyPr>
          <a:lstStyle>
            <a:lvl1pPr algn="ctr">
              <a:defRPr b="1" i="1" sz="1800">
                <a:solidFill>
                  <a:schemeClr val="accent3">
                    <a:lumOff val="44000"/>
                  </a:schemeClr>
                </a:solidFill>
                <a:latin typeface="Arial Narrow"/>
                <a:ea typeface="Arial Narrow"/>
                <a:cs typeface="Arial Narrow"/>
                <a:sym typeface="Arial Narrow"/>
              </a:defRPr>
            </a:lvl1pPr>
          </a:lstStyle>
          <a:p>
            <a:pPr/>
            <a:r>
              <a:t>Murach's HTML and CSS, 5th Edition</a:t>
            </a:r>
          </a:p>
        </p:txBody>
      </p:sp>
      <p:sp>
        <p:nvSpPr>
          <p:cNvPr id="343" name="Slide Number Placeholder 5"/>
          <p:cNvSpPr txBox="1"/>
          <p:nvPr>
            <p:ph type="sldNum" sz="quarter" idx="2"/>
          </p:nvPr>
        </p:nvSpPr>
        <p:spPr>
          <a:xfrm>
            <a:off x="6629400" y="6418513"/>
            <a:ext cx="281940" cy="287087"/>
          </a:xfrm>
          <a:prstGeom prst="rect">
            <a:avLst/>
          </a:prstGeom>
          <a:extLst>
            <a:ext uri="{C572A759-6A51-4108-AA02-DFA0A04FC94B}">
              <ma14:wrappingTextBoxFlag xmlns:ma14="http://schemas.microsoft.com/office/mac/drawingml/2011/main" val="1"/>
            </a:ext>
          </a:extLst>
        </p:spPr>
        <p:txBody>
          <a:bodyPr/>
          <a:lstStyle>
            <a:lvl1pPr algn="l">
              <a:defRPr sz="1400">
                <a:latin typeface="+mn-lt"/>
                <a:ea typeface="+mn-ea"/>
                <a:cs typeface="+mn-cs"/>
                <a:sym typeface="Times New Roman"/>
              </a:defRPr>
            </a:lvl1pPr>
          </a:lstStyle>
          <a:p>
            <a:pPr/>
            <a:fld id="{86CB4B4D-7CA3-9044-876B-883B54F8677D}" type="slidenum"/>
          </a:p>
        </p:txBody>
      </p:sp>
    </p:spTree>
  </p:cSld>
  <p:clrMapOvr>
    <a:masterClrMapping/>
  </p:clrMapOvr>
  <p:transition xmlns:p14="http://schemas.microsoft.com/office/powerpoint/2010/main" spd="med" advClick="1"/>
</p:sld>
</file>

<file path=ppt/slides/slide2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47" name="Footer Placeholder 4"/>
          <p:cNvSpPr txBox="1"/>
          <p:nvPr/>
        </p:nvSpPr>
        <p:spPr>
          <a:xfrm>
            <a:off x="121920" y="6537959"/>
            <a:ext cx="2651761" cy="167641"/>
          </a:xfrm>
          <a:prstGeom prst="rect">
            <a:avLst/>
          </a:prstGeom>
          <a:ln w="12700">
            <a:miter lim="400000"/>
          </a:ln>
          <a:extLst>
            <a:ext uri="{C572A759-6A51-4108-AA02-DFA0A04FC94B}">
              <ma14:wrappingTextBoxFlag xmlns:ma14="http://schemas.microsoft.com/office/mac/drawingml/2011/main" val="1"/>
            </a:ext>
          </a:extLst>
        </p:spPr>
        <p:txBody>
          <a:bodyPr lIns="45719" rIns="45719" anchor="b">
            <a:spAutoFit/>
          </a:bodyPr>
          <a:lstStyle>
            <a:lvl1pPr algn="ctr">
              <a:defRPr sz="500">
                <a:solidFill>
                  <a:schemeClr val="accent3">
                    <a:lumOff val="44000"/>
                  </a:schemeClr>
                </a:solidFill>
                <a:latin typeface="Arial Narrow"/>
                <a:ea typeface="Arial Narrow"/>
                <a:cs typeface="Arial Narrow"/>
                <a:sym typeface="Arial Narrow"/>
              </a:defRPr>
            </a:lvl1pPr>
          </a:lstStyle>
          <a:p>
            <a:pPr/>
            <a:r>
              <a:t>© 2022, Mike Murach &amp; Associates, Inc.</a:t>
            </a:r>
          </a:p>
        </p:txBody>
      </p:sp>
      <p:sp>
        <p:nvSpPr>
          <p:cNvPr id="348" name="Title 1"/>
          <p:cNvSpPr txBox="1"/>
          <p:nvPr>
            <p:ph type="title"/>
          </p:nvPr>
        </p:nvSpPr>
        <p:spPr>
          <a:prstGeom prst="rect">
            <a:avLst/>
          </a:prstGeom>
        </p:spPr>
        <p:txBody>
          <a:bodyPr/>
          <a:lstStyle>
            <a:lvl1pPr>
              <a:spcBef>
                <a:spcPts val="600"/>
              </a:spcBef>
              <a:tabLst>
                <a:tab pos="1371600" algn="l"/>
              </a:tabLst>
            </a:lvl1pPr>
          </a:lstStyle>
          <a:p>
            <a:pPr/>
            <a:r>
              <a:t>Link examples</a:t>
            </a:r>
          </a:p>
        </p:txBody>
      </p:sp>
      <p:sp>
        <p:nvSpPr>
          <p:cNvPr id="349" name="Text Placeholder 2"/>
          <p:cNvSpPr txBox="1"/>
          <p:nvPr>
            <p:ph type="body" idx="1"/>
          </p:nvPr>
        </p:nvSpPr>
        <p:spPr>
          <a:prstGeom prst="rect">
            <a:avLst/>
          </a:prstGeom>
        </p:spPr>
        <p:txBody>
          <a:bodyPr/>
          <a:lstStyle/>
          <a:p>
            <a:pPr indent="347345">
              <a:spcBef>
                <a:spcPts val="900"/>
              </a:spcBef>
              <a:tabLst>
                <a:tab pos="1371600" algn="l"/>
                <a:tab pos="2743200" algn="l"/>
              </a:tabLst>
              <a:defRPr b="1" spc="-100"/>
            </a:pPr>
            <a:r>
              <a:t>A link to a web page in the same folder</a:t>
            </a:r>
          </a:p>
          <a:p>
            <a:pPr indent="347345">
              <a:spcBef>
                <a:spcPts val="0"/>
              </a:spcBef>
              <a:tabLst>
                <a:tab pos="1371600" algn="l"/>
              </a:tabLst>
              <a:defRPr b="1" sz="1600">
                <a:latin typeface="Courier New"/>
                <a:ea typeface="Courier New"/>
                <a:cs typeface="Courier New"/>
                <a:sym typeface="Courier New"/>
              </a:defRPr>
            </a:pPr>
            <a:r>
              <a:t>&lt;p&gt;Go view our &lt;a href="products.html"&gt;</a:t>
            </a:r>
            <a:br/>
            <a:r>
              <a:t>   product list&lt;/a&gt;.&lt;/p&gt;</a:t>
            </a:r>
          </a:p>
          <a:p>
            <a:pPr indent="347345">
              <a:spcBef>
                <a:spcPts val="900"/>
              </a:spcBef>
              <a:tabLst>
                <a:tab pos="1371600" algn="l"/>
                <a:tab pos="2743200" algn="l"/>
              </a:tabLst>
              <a:defRPr b="1" spc="-100"/>
            </a:pPr>
            <a:r>
              <a:t>A link to a web page in a subfolder </a:t>
            </a:r>
            <a:br/>
            <a:r>
              <a:t>of the parent folder</a:t>
            </a:r>
          </a:p>
          <a:p>
            <a:pPr indent="347345">
              <a:spcBef>
                <a:spcPts val="0"/>
              </a:spcBef>
              <a:tabLst>
                <a:tab pos="1371600" algn="l"/>
              </a:tabLst>
              <a:defRPr b="1" sz="1600">
                <a:latin typeface="Courier New"/>
                <a:ea typeface="Courier New"/>
                <a:cs typeface="Courier New"/>
                <a:sym typeface="Courier New"/>
              </a:defRPr>
            </a:pPr>
            <a:r>
              <a:t>&lt;p&gt;Read about the &lt;a href="../company/services.html"&gt;</a:t>
            </a:r>
            <a:br/>
            <a:r>
              <a:t>   services we provide&lt;/a&gt;.&lt;/p&gt;</a:t>
            </a:r>
          </a:p>
          <a:p>
            <a:pPr indent="347345">
              <a:spcBef>
                <a:spcPts val="900"/>
              </a:spcBef>
              <a:tabLst>
                <a:tab pos="1371600" algn="l"/>
                <a:tab pos="2743200" algn="l"/>
              </a:tabLst>
              <a:defRPr b="1" spc="-100"/>
            </a:pPr>
            <a:r>
              <a:t>A link to a web page based on the root folder</a:t>
            </a:r>
          </a:p>
          <a:p>
            <a:pPr indent="347345">
              <a:spcBef>
                <a:spcPts val="0"/>
              </a:spcBef>
              <a:tabLst>
                <a:tab pos="1371600" algn="l"/>
              </a:tabLst>
              <a:defRPr b="1" sz="1600">
                <a:latin typeface="Courier New"/>
                <a:ea typeface="Courier New"/>
                <a:cs typeface="Courier New"/>
                <a:sym typeface="Courier New"/>
              </a:defRPr>
            </a:pPr>
            <a:r>
              <a:t>&lt;p&gt;View your &lt;a href="/orders/cart.html"&gt;</a:t>
            </a:r>
            <a:br/>
            <a:r>
              <a:t>   shopping cart&lt;/a&gt;.&lt;/p&gt;</a:t>
            </a:r>
          </a:p>
          <a:p>
            <a:pPr indent="347345">
              <a:spcBef>
                <a:spcPts val="900"/>
              </a:spcBef>
              <a:tabLst>
                <a:tab pos="1371600" algn="l"/>
                <a:tab pos="2743200" algn="l"/>
              </a:tabLst>
              <a:defRPr b="1" spc="-100"/>
            </a:pPr>
            <a:r>
              <a:t>A link to a web page at another website</a:t>
            </a:r>
          </a:p>
          <a:p>
            <a:pPr indent="347345">
              <a:spcBef>
                <a:spcPts val="0"/>
              </a:spcBef>
              <a:tabLst>
                <a:tab pos="1371600" algn="l"/>
              </a:tabLst>
              <a:defRPr b="1" sz="1600">
                <a:latin typeface="Courier New"/>
                <a:ea typeface="Courier New"/>
                <a:cs typeface="Courier New"/>
                <a:sym typeface="Courier New"/>
              </a:defRPr>
            </a:pPr>
            <a:r>
              <a:t>&lt;p&gt;To learn more about JavaScript, visit the </a:t>
            </a:r>
          </a:p>
          <a:p>
            <a:pPr indent="347345">
              <a:spcBef>
                <a:spcPts val="0"/>
              </a:spcBef>
              <a:tabLst>
                <a:tab pos="1371600" algn="l"/>
              </a:tabLst>
              <a:defRPr b="1" sz="1600">
                <a:latin typeface="Courier New"/>
                <a:ea typeface="Courier New"/>
                <a:cs typeface="Courier New"/>
                <a:sym typeface="Courier New"/>
              </a:defRPr>
            </a:pPr>
            <a:r>
              <a:t>&lt;a href="http://www.javascript.com/"&gt;</a:t>
            </a:r>
            <a:br/>
            <a:r>
              <a:t>   official JavaScript web site&lt;/a&gt;.&lt;/p&gt;</a:t>
            </a:r>
          </a:p>
        </p:txBody>
      </p:sp>
      <p:sp>
        <p:nvSpPr>
          <p:cNvPr id="350" name="Date Placeholder 3"/>
          <p:cNvSpPr txBox="1"/>
          <p:nvPr/>
        </p:nvSpPr>
        <p:spPr>
          <a:xfrm>
            <a:off x="2788920" y="6347460"/>
            <a:ext cx="3566160" cy="358141"/>
          </a:xfrm>
          <a:prstGeom prst="rect">
            <a:avLst/>
          </a:prstGeom>
          <a:ln w="12700">
            <a:miter lim="400000"/>
          </a:ln>
          <a:extLst>
            <a:ext uri="{C572A759-6A51-4108-AA02-DFA0A04FC94B}">
              <ma14:wrappingTextBoxFlag xmlns:ma14="http://schemas.microsoft.com/office/mac/drawingml/2011/main" val="1"/>
            </a:ext>
          </a:extLst>
        </p:spPr>
        <p:txBody>
          <a:bodyPr lIns="45719" rIns="45719" anchor="b">
            <a:spAutoFit/>
          </a:bodyPr>
          <a:lstStyle>
            <a:lvl1pPr algn="ctr">
              <a:defRPr b="1" i="1" sz="1800">
                <a:solidFill>
                  <a:schemeClr val="accent3">
                    <a:lumOff val="44000"/>
                  </a:schemeClr>
                </a:solidFill>
                <a:latin typeface="Arial Narrow"/>
                <a:ea typeface="Arial Narrow"/>
                <a:cs typeface="Arial Narrow"/>
                <a:sym typeface="Arial Narrow"/>
              </a:defRPr>
            </a:lvl1pPr>
          </a:lstStyle>
          <a:p>
            <a:pPr/>
            <a:r>
              <a:t>Murach's HTML and CSS, 5th Edition</a:t>
            </a:r>
          </a:p>
        </p:txBody>
      </p:sp>
      <p:sp>
        <p:nvSpPr>
          <p:cNvPr id="351" name="Slide Number Placeholder 5"/>
          <p:cNvSpPr txBox="1"/>
          <p:nvPr>
            <p:ph type="sldNum" sz="quarter" idx="2"/>
          </p:nvPr>
        </p:nvSpPr>
        <p:spPr>
          <a:xfrm>
            <a:off x="6629400" y="6418513"/>
            <a:ext cx="281940" cy="287087"/>
          </a:xfrm>
          <a:prstGeom prst="rect">
            <a:avLst/>
          </a:prstGeom>
          <a:extLst>
            <a:ext uri="{C572A759-6A51-4108-AA02-DFA0A04FC94B}">
              <ma14:wrappingTextBoxFlag xmlns:ma14="http://schemas.microsoft.com/office/mac/drawingml/2011/main" val="1"/>
            </a:ext>
          </a:extLst>
        </p:spPr>
        <p:txBody>
          <a:bodyPr/>
          <a:lstStyle>
            <a:lvl1pPr algn="l">
              <a:defRPr sz="1400">
                <a:latin typeface="+mn-lt"/>
                <a:ea typeface="+mn-ea"/>
                <a:cs typeface="+mn-cs"/>
                <a:sym typeface="Times New Roman"/>
              </a:defRPr>
            </a:lvl1pPr>
          </a:lstStyle>
          <a:p>
            <a:pPr/>
            <a:fld id="{86CB4B4D-7CA3-9044-876B-883B54F8677D}" type="slidenum"/>
          </a:p>
        </p:txBody>
      </p:sp>
    </p:spTree>
  </p:cSld>
  <p:clrMapOvr>
    <a:masterClrMapping/>
  </p:clrMapOvr>
  <p:transition xmlns:p14="http://schemas.microsoft.com/office/powerpoint/2010/main" spd="med" advClick="1"/>
</p:sld>
</file>

<file path=ppt/slides/slide2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55" name="Footer Placeholder 4"/>
          <p:cNvSpPr txBox="1"/>
          <p:nvPr/>
        </p:nvSpPr>
        <p:spPr>
          <a:xfrm>
            <a:off x="121920" y="6537959"/>
            <a:ext cx="2651761" cy="167641"/>
          </a:xfrm>
          <a:prstGeom prst="rect">
            <a:avLst/>
          </a:prstGeom>
          <a:ln w="12700">
            <a:miter lim="400000"/>
          </a:ln>
          <a:extLst>
            <a:ext uri="{C572A759-6A51-4108-AA02-DFA0A04FC94B}">
              <ma14:wrappingTextBoxFlag xmlns:ma14="http://schemas.microsoft.com/office/mac/drawingml/2011/main" val="1"/>
            </a:ext>
          </a:extLst>
        </p:spPr>
        <p:txBody>
          <a:bodyPr lIns="45719" rIns="45719" anchor="b">
            <a:spAutoFit/>
          </a:bodyPr>
          <a:lstStyle>
            <a:lvl1pPr algn="ctr">
              <a:defRPr sz="500">
                <a:solidFill>
                  <a:schemeClr val="accent3">
                    <a:lumOff val="44000"/>
                  </a:schemeClr>
                </a:solidFill>
                <a:latin typeface="Arial Narrow"/>
                <a:ea typeface="Arial Narrow"/>
                <a:cs typeface="Arial Narrow"/>
                <a:sym typeface="Arial Narrow"/>
              </a:defRPr>
            </a:lvl1pPr>
          </a:lstStyle>
          <a:p>
            <a:pPr/>
            <a:r>
              <a:t>© 2022, Mike Murach &amp; Associates, Inc.</a:t>
            </a:r>
          </a:p>
        </p:txBody>
      </p:sp>
      <p:sp>
        <p:nvSpPr>
          <p:cNvPr id="356" name="Title 6"/>
          <p:cNvSpPr txBox="1"/>
          <p:nvPr>
            <p:ph type="title"/>
          </p:nvPr>
        </p:nvSpPr>
        <p:spPr>
          <a:prstGeom prst="rect">
            <a:avLst/>
          </a:prstGeom>
        </p:spPr>
        <p:txBody>
          <a:bodyPr/>
          <a:lstStyle>
            <a:lvl1pPr>
              <a:spcBef>
                <a:spcPts val="600"/>
              </a:spcBef>
              <a:tabLst>
                <a:tab pos="1371600" algn="l"/>
              </a:tabLst>
            </a:lvl1pPr>
          </a:lstStyle>
          <a:p>
            <a:pPr/>
            <a:r>
              <a:t>The link examples in a web browser</a:t>
            </a:r>
          </a:p>
        </p:txBody>
      </p:sp>
      <p:pic>
        <p:nvPicPr>
          <p:cNvPr id="357" name="Content Placeholder 9" descr="Content Placeholder 9"/>
          <p:cNvPicPr>
            <a:picLocks noChangeAspect="1"/>
          </p:cNvPicPr>
          <p:nvPr/>
        </p:nvPicPr>
        <p:blipFill>
          <a:blip r:embed="rId2">
            <a:extLst/>
          </a:blip>
          <a:stretch>
            <a:fillRect/>
          </a:stretch>
        </p:blipFill>
        <p:spPr>
          <a:xfrm>
            <a:off x="1200620" y="1143000"/>
            <a:ext cx="6742760" cy="2182558"/>
          </a:xfrm>
          <a:prstGeom prst="rect">
            <a:avLst/>
          </a:prstGeom>
          <a:ln w="12700">
            <a:miter lim="400000"/>
          </a:ln>
        </p:spPr>
      </p:pic>
      <p:sp>
        <p:nvSpPr>
          <p:cNvPr id="358" name="Text Placeholder 8"/>
          <p:cNvSpPr txBox="1"/>
          <p:nvPr>
            <p:ph type="body" sz="half" idx="1"/>
          </p:nvPr>
        </p:nvSpPr>
        <p:spPr>
          <a:xfrm>
            <a:off x="838200" y="3505200"/>
            <a:ext cx="7391400" cy="2209800"/>
          </a:xfrm>
          <a:prstGeom prst="rect">
            <a:avLst/>
          </a:prstGeom>
        </p:spPr>
        <p:txBody>
          <a:bodyPr/>
          <a:lstStyle/>
          <a:p>
            <a:pPr>
              <a:spcBef>
                <a:spcPts val="1500"/>
              </a:spcBef>
              <a:tabLst>
                <a:tab pos="1371600" algn="l"/>
              </a:tabLst>
              <a:defRPr b="1" sz="2400">
                <a:solidFill>
                  <a:srgbClr val="000099"/>
                </a:solidFill>
              </a:defRPr>
            </a:pPr>
            <a:r>
              <a:t>SEO and accessibility guideline for links</a:t>
            </a:r>
            <a:endParaRPr sz="2000"/>
          </a:p>
          <a:p>
            <a:pPr marL="342900" marR="274320" indent="-342900">
              <a:spcBef>
                <a:spcPts val="600"/>
              </a:spcBef>
              <a:buSzPct val="100000"/>
              <a:buFont typeface="Symbol"/>
              <a:buChar char="·"/>
              <a:defRPr spc="-100" sz="2000">
                <a:latin typeface="+mn-lt"/>
                <a:ea typeface="+mn-ea"/>
                <a:cs typeface="+mn-cs"/>
                <a:sym typeface="Times New Roman"/>
              </a:defRPr>
            </a:pPr>
            <a:r>
              <a:t>The content of a link should be text that clearly indicates where the link is going.</a:t>
            </a:r>
          </a:p>
        </p:txBody>
      </p:sp>
      <p:sp>
        <p:nvSpPr>
          <p:cNvPr id="359" name="Date Placeholder 3"/>
          <p:cNvSpPr txBox="1"/>
          <p:nvPr/>
        </p:nvSpPr>
        <p:spPr>
          <a:xfrm>
            <a:off x="2788920" y="6347460"/>
            <a:ext cx="3566160" cy="358141"/>
          </a:xfrm>
          <a:prstGeom prst="rect">
            <a:avLst/>
          </a:prstGeom>
          <a:ln w="12700">
            <a:miter lim="400000"/>
          </a:ln>
          <a:extLst>
            <a:ext uri="{C572A759-6A51-4108-AA02-DFA0A04FC94B}">
              <ma14:wrappingTextBoxFlag xmlns:ma14="http://schemas.microsoft.com/office/mac/drawingml/2011/main" val="1"/>
            </a:ext>
          </a:extLst>
        </p:spPr>
        <p:txBody>
          <a:bodyPr lIns="45719" rIns="45719" anchor="b">
            <a:spAutoFit/>
          </a:bodyPr>
          <a:lstStyle>
            <a:lvl1pPr algn="ctr">
              <a:defRPr b="1" i="1" sz="1800">
                <a:solidFill>
                  <a:schemeClr val="accent3">
                    <a:lumOff val="44000"/>
                  </a:schemeClr>
                </a:solidFill>
                <a:latin typeface="Arial Narrow"/>
                <a:ea typeface="Arial Narrow"/>
                <a:cs typeface="Arial Narrow"/>
                <a:sym typeface="Arial Narrow"/>
              </a:defRPr>
            </a:lvl1pPr>
          </a:lstStyle>
          <a:p>
            <a:pPr/>
            <a:r>
              <a:t>Murach's HTML and CSS, 5th Edition</a:t>
            </a:r>
          </a:p>
        </p:txBody>
      </p:sp>
      <p:sp>
        <p:nvSpPr>
          <p:cNvPr id="360" name="Slide Number Placeholder 5"/>
          <p:cNvSpPr txBox="1"/>
          <p:nvPr>
            <p:ph type="sldNum" sz="quarter" idx="2"/>
          </p:nvPr>
        </p:nvSpPr>
        <p:spPr>
          <a:xfrm>
            <a:off x="6629400" y="6418513"/>
            <a:ext cx="281940" cy="287087"/>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2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62" name="Footer Placeholder 4"/>
          <p:cNvSpPr txBox="1"/>
          <p:nvPr/>
        </p:nvSpPr>
        <p:spPr>
          <a:xfrm>
            <a:off x="121920" y="6537959"/>
            <a:ext cx="2651761" cy="167641"/>
          </a:xfrm>
          <a:prstGeom prst="rect">
            <a:avLst/>
          </a:prstGeom>
          <a:ln w="12700">
            <a:miter lim="400000"/>
          </a:ln>
          <a:extLst>
            <a:ext uri="{C572A759-6A51-4108-AA02-DFA0A04FC94B}">
              <ma14:wrappingTextBoxFlag xmlns:ma14="http://schemas.microsoft.com/office/mac/drawingml/2011/main" val="1"/>
            </a:ext>
          </a:extLst>
        </p:spPr>
        <p:txBody>
          <a:bodyPr lIns="45719" rIns="45719" anchor="b">
            <a:spAutoFit/>
          </a:bodyPr>
          <a:lstStyle>
            <a:lvl1pPr algn="ctr">
              <a:defRPr sz="500">
                <a:solidFill>
                  <a:schemeClr val="accent3">
                    <a:lumOff val="44000"/>
                  </a:schemeClr>
                </a:solidFill>
                <a:latin typeface="Arial Narrow"/>
                <a:ea typeface="Arial Narrow"/>
                <a:cs typeface="Arial Narrow"/>
                <a:sym typeface="Arial Narrow"/>
              </a:defRPr>
            </a:lvl1pPr>
          </a:lstStyle>
          <a:p>
            <a:pPr/>
            <a:r>
              <a:t>© 2022, Mike Murach &amp; Associates, Inc.</a:t>
            </a:r>
          </a:p>
        </p:txBody>
      </p:sp>
      <p:sp>
        <p:nvSpPr>
          <p:cNvPr id="363" name="Title 1"/>
          <p:cNvSpPr txBox="1"/>
          <p:nvPr>
            <p:ph type="title"/>
          </p:nvPr>
        </p:nvSpPr>
        <p:spPr>
          <a:prstGeom prst="rect">
            <a:avLst/>
          </a:prstGeom>
        </p:spPr>
        <p:txBody>
          <a:bodyPr/>
          <a:lstStyle>
            <a:lvl1pPr>
              <a:spcBef>
                <a:spcPts val="600"/>
              </a:spcBef>
              <a:tabLst>
                <a:tab pos="1371600" algn="l"/>
              </a:tabLst>
            </a:lvl1pPr>
          </a:lstStyle>
          <a:p>
            <a:pPr/>
            <a:r>
              <a:t>HTML that creates two lists</a:t>
            </a:r>
          </a:p>
        </p:txBody>
      </p:sp>
      <p:sp>
        <p:nvSpPr>
          <p:cNvPr id="364" name="Text Placeholder 2"/>
          <p:cNvSpPr txBox="1"/>
          <p:nvPr>
            <p:ph type="body" idx="1"/>
          </p:nvPr>
        </p:nvSpPr>
        <p:spPr>
          <a:xfrm>
            <a:off x="838200" y="1066800"/>
            <a:ext cx="7543800" cy="4876800"/>
          </a:xfrm>
          <a:prstGeom prst="rect">
            <a:avLst/>
          </a:prstGeom>
        </p:spPr>
        <p:txBody>
          <a:bodyPr/>
          <a:lstStyle/>
          <a:p>
            <a:pPr indent="347345">
              <a:spcBef>
                <a:spcPts val="0"/>
              </a:spcBef>
              <a:tabLst>
                <a:tab pos="1371600" algn="l"/>
              </a:tabLst>
              <a:defRPr b="1" sz="1600">
                <a:latin typeface="Courier New"/>
                <a:ea typeface="Courier New"/>
                <a:cs typeface="Courier New"/>
                <a:sym typeface="Courier New"/>
              </a:defRPr>
            </a:pPr>
            <a:r>
              <a:t>&lt;p&gt;We have books on a variety of languages, including&lt;/p&gt;</a:t>
            </a:r>
          </a:p>
          <a:p>
            <a:pPr indent="347345">
              <a:spcBef>
                <a:spcPts val="0"/>
              </a:spcBef>
              <a:tabLst>
                <a:tab pos="1371600" algn="l"/>
              </a:tabLst>
              <a:defRPr b="1" sz="1600">
                <a:latin typeface="Courier New"/>
                <a:ea typeface="Courier New"/>
                <a:cs typeface="Courier New"/>
                <a:sym typeface="Courier New"/>
              </a:defRPr>
            </a:pPr>
            <a:r>
              <a:t>&lt;ul&gt;</a:t>
            </a:r>
          </a:p>
          <a:p>
            <a:pPr indent="347345">
              <a:spcBef>
                <a:spcPts val="0"/>
              </a:spcBef>
              <a:tabLst>
                <a:tab pos="1371600" algn="l"/>
              </a:tabLst>
              <a:defRPr b="1" sz="1600">
                <a:latin typeface="Courier New"/>
                <a:ea typeface="Courier New"/>
                <a:cs typeface="Courier New"/>
                <a:sym typeface="Courier New"/>
              </a:defRPr>
            </a:pPr>
            <a:r>
              <a:t>    &lt;li&gt;JavaScript&lt;/li&gt;</a:t>
            </a:r>
          </a:p>
          <a:p>
            <a:pPr indent="347345">
              <a:spcBef>
                <a:spcPts val="0"/>
              </a:spcBef>
              <a:tabLst>
                <a:tab pos="1371600" algn="l"/>
              </a:tabLst>
              <a:defRPr b="1" sz="1600">
                <a:latin typeface="Courier New"/>
                <a:ea typeface="Courier New"/>
                <a:cs typeface="Courier New"/>
                <a:sym typeface="Courier New"/>
              </a:defRPr>
            </a:pPr>
            <a:r>
              <a:t>    &lt;li&gt;PHP&lt;/li&gt;</a:t>
            </a:r>
          </a:p>
          <a:p>
            <a:pPr indent="347345">
              <a:spcBef>
                <a:spcPts val="0"/>
              </a:spcBef>
              <a:tabLst>
                <a:tab pos="1371600" algn="l"/>
              </a:tabLst>
              <a:defRPr b="1" sz="1600">
                <a:latin typeface="Courier New"/>
                <a:ea typeface="Courier New"/>
                <a:cs typeface="Courier New"/>
                <a:sym typeface="Courier New"/>
              </a:defRPr>
            </a:pPr>
            <a:r>
              <a:t>    &lt;li&gt;Java&lt;li&gt;</a:t>
            </a:r>
          </a:p>
          <a:p>
            <a:pPr indent="347345">
              <a:spcBef>
                <a:spcPts val="0"/>
              </a:spcBef>
              <a:tabLst>
                <a:tab pos="1371600" algn="l"/>
              </a:tabLst>
              <a:defRPr b="1" sz="1600">
                <a:latin typeface="Courier New"/>
                <a:ea typeface="Courier New"/>
                <a:cs typeface="Courier New"/>
                <a:sym typeface="Courier New"/>
              </a:defRPr>
            </a:pPr>
            <a:r>
              <a:t>    &lt;li&gt;C#&lt;/li&gt;</a:t>
            </a:r>
          </a:p>
          <a:p>
            <a:pPr indent="347345">
              <a:spcBef>
                <a:spcPts val="0"/>
              </a:spcBef>
              <a:tabLst>
                <a:tab pos="1371600" algn="l"/>
              </a:tabLst>
              <a:defRPr b="1" sz="1600">
                <a:latin typeface="Courier New"/>
                <a:ea typeface="Courier New"/>
                <a:cs typeface="Courier New"/>
                <a:sym typeface="Courier New"/>
              </a:defRPr>
            </a:pPr>
            <a:r>
              <a:t>&lt;/ul&gt;</a:t>
            </a:r>
          </a:p>
          <a:p>
            <a:pPr indent="347345">
              <a:spcBef>
                <a:spcPts val="0"/>
              </a:spcBef>
              <a:tabLst>
                <a:tab pos="1371600" algn="l"/>
              </a:tabLst>
              <a:defRPr b="1" sz="1600">
                <a:latin typeface="Courier New"/>
                <a:ea typeface="Courier New"/>
                <a:cs typeface="Courier New"/>
                <a:sym typeface="Courier New"/>
              </a:defRPr>
            </a:pPr>
            <a:r>
              <a:t> </a:t>
            </a:r>
          </a:p>
          <a:p>
            <a:pPr indent="347345">
              <a:spcBef>
                <a:spcPts val="0"/>
              </a:spcBef>
              <a:tabLst>
                <a:tab pos="1371600" algn="l"/>
              </a:tabLst>
              <a:defRPr b="1" sz="1600">
                <a:latin typeface="Courier New"/>
                <a:ea typeface="Courier New"/>
                <a:cs typeface="Courier New"/>
                <a:sym typeface="Courier New"/>
              </a:defRPr>
            </a:pPr>
            <a:r>
              <a:t>&lt;p&gt;You will need to complete the following steps:&lt;/p&gt;</a:t>
            </a:r>
          </a:p>
          <a:p>
            <a:pPr indent="347345">
              <a:spcBef>
                <a:spcPts val="0"/>
              </a:spcBef>
              <a:tabLst>
                <a:tab pos="1371600" algn="l"/>
              </a:tabLst>
              <a:defRPr b="1" sz="1600">
                <a:latin typeface="Courier New"/>
                <a:ea typeface="Courier New"/>
                <a:cs typeface="Courier New"/>
                <a:sym typeface="Courier New"/>
              </a:defRPr>
            </a:pPr>
            <a:r>
              <a:t>&lt;ol&gt;</a:t>
            </a:r>
          </a:p>
          <a:p>
            <a:pPr indent="347345">
              <a:spcBef>
                <a:spcPts val="0"/>
              </a:spcBef>
              <a:tabLst>
                <a:tab pos="1371600" algn="l"/>
              </a:tabLst>
              <a:defRPr b="1" sz="1600">
                <a:latin typeface="Courier New"/>
                <a:ea typeface="Courier New"/>
                <a:cs typeface="Courier New"/>
                <a:sym typeface="Courier New"/>
              </a:defRPr>
            </a:pPr>
            <a:r>
              <a:t>    &lt;li&gt;Enter your billing information.&lt;/li&gt;</a:t>
            </a:r>
          </a:p>
          <a:p>
            <a:pPr indent="347345">
              <a:spcBef>
                <a:spcPts val="0"/>
              </a:spcBef>
              <a:tabLst>
                <a:tab pos="1371600" algn="l"/>
              </a:tabLst>
              <a:defRPr b="1" sz="1600">
                <a:latin typeface="Courier New"/>
                <a:ea typeface="Courier New"/>
                <a:cs typeface="Courier New"/>
                <a:sym typeface="Courier New"/>
              </a:defRPr>
            </a:pPr>
            <a:r>
              <a:t>    &lt;li&gt;Enter your shipping information.&lt;/li&gt;</a:t>
            </a:r>
          </a:p>
          <a:p>
            <a:pPr indent="347345">
              <a:spcBef>
                <a:spcPts val="0"/>
              </a:spcBef>
              <a:tabLst>
                <a:tab pos="1371600" algn="l"/>
              </a:tabLst>
              <a:defRPr b="1" sz="1600">
                <a:latin typeface="Courier New"/>
                <a:ea typeface="Courier New"/>
                <a:cs typeface="Courier New"/>
                <a:sym typeface="Courier New"/>
              </a:defRPr>
            </a:pPr>
            <a:r>
              <a:t>    &lt;li&gt;Confirm your order.&lt;/li&gt;</a:t>
            </a:r>
          </a:p>
          <a:p>
            <a:pPr indent="347345">
              <a:spcBef>
                <a:spcPts val="0"/>
              </a:spcBef>
              <a:tabLst>
                <a:tab pos="1371600" algn="l"/>
              </a:tabLst>
              <a:defRPr b="1" sz="1600">
                <a:latin typeface="Courier New"/>
                <a:ea typeface="Courier New"/>
                <a:cs typeface="Courier New"/>
                <a:sym typeface="Courier New"/>
              </a:defRPr>
            </a:pPr>
            <a:r>
              <a:t>&lt;/ol&gt;</a:t>
            </a:r>
          </a:p>
        </p:txBody>
      </p:sp>
      <p:sp>
        <p:nvSpPr>
          <p:cNvPr id="365" name="Date Placeholder 3"/>
          <p:cNvSpPr txBox="1"/>
          <p:nvPr/>
        </p:nvSpPr>
        <p:spPr>
          <a:xfrm>
            <a:off x="2788920" y="6347460"/>
            <a:ext cx="3566160" cy="358141"/>
          </a:xfrm>
          <a:prstGeom prst="rect">
            <a:avLst/>
          </a:prstGeom>
          <a:ln w="12700">
            <a:miter lim="400000"/>
          </a:ln>
          <a:extLst>
            <a:ext uri="{C572A759-6A51-4108-AA02-DFA0A04FC94B}">
              <ma14:wrappingTextBoxFlag xmlns:ma14="http://schemas.microsoft.com/office/mac/drawingml/2011/main" val="1"/>
            </a:ext>
          </a:extLst>
        </p:spPr>
        <p:txBody>
          <a:bodyPr lIns="45719" rIns="45719" anchor="b">
            <a:spAutoFit/>
          </a:bodyPr>
          <a:lstStyle>
            <a:lvl1pPr algn="ctr">
              <a:defRPr b="1" i="1" sz="1800">
                <a:solidFill>
                  <a:schemeClr val="accent3">
                    <a:lumOff val="44000"/>
                  </a:schemeClr>
                </a:solidFill>
                <a:latin typeface="Arial Narrow"/>
                <a:ea typeface="Arial Narrow"/>
                <a:cs typeface="Arial Narrow"/>
                <a:sym typeface="Arial Narrow"/>
              </a:defRPr>
            </a:lvl1pPr>
          </a:lstStyle>
          <a:p>
            <a:pPr/>
            <a:r>
              <a:t>Murach's HTML and CSS, 5th Edition</a:t>
            </a:r>
          </a:p>
        </p:txBody>
      </p:sp>
      <p:sp>
        <p:nvSpPr>
          <p:cNvPr id="366" name="Slide Number Placeholder 5"/>
          <p:cNvSpPr txBox="1"/>
          <p:nvPr>
            <p:ph type="sldNum" sz="quarter" idx="2"/>
          </p:nvPr>
        </p:nvSpPr>
        <p:spPr>
          <a:xfrm>
            <a:off x="6629400" y="6418513"/>
            <a:ext cx="281940" cy="287087"/>
          </a:xfrm>
          <a:prstGeom prst="rect">
            <a:avLst/>
          </a:prstGeom>
          <a:extLst>
            <a:ext uri="{C572A759-6A51-4108-AA02-DFA0A04FC94B}">
              <ma14:wrappingTextBoxFlag xmlns:ma14="http://schemas.microsoft.com/office/mac/drawingml/2011/main" val="1"/>
            </a:ext>
          </a:extLst>
        </p:spPr>
        <p:txBody>
          <a:bodyPr/>
          <a:lstStyle>
            <a:lvl1pPr algn="l">
              <a:defRPr sz="1400">
                <a:latin typeface="+mn-lt"/>
                <a:ea typeface="+mn-ea"/>
                <a:cs typeface="+mn-cs"/>
                <a:sym typeface="Times New Roman"/>
              </a:defRPr>
            </a:lvl1pPr>
          </a:lstStyle>
          <a:p>
            <a:pPr/>
            <a:fld id="{86CB4B4D-7CA3-9044-876B-883B54F8677D}" type="slidenum"/>
          </a:p>
        </p:txBody>
      </p:sp>
    </p:spTree>
  </p:cSld>
  <p:clrMapOvr>
    <a:masterClrMapping/>
  </p:clrMapOvr>
  <p:transition xmlns:p14="http://schemas.microsoft.com/office/powerpoint/2010/main" spd="med" advClick="1"/>
</p:sld>
</file>

<file path=ppt/slides/slide3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70" name="Footer Placeholder 4"/>
          <p:cNvSpPr txBox="1"/>
          <p:nvPr/>
        </p:nvSpPr>
        <p:spPr>
          <a:xfrm>
            <a:off x="121920" y="6537959"/>
            <a:ext cx="2651761" cy="167641"/>
          </a:xfrm>
          <a:prstGeom prst="rect">
            <a:avLst/>
          </a:prstGeom>
          <a:ln w="12700">
            <a:miter lim="400000"/>
          </a:ln>
          <a:extLst>
            <a:ext uri="{C572A759-6A51-4108-AA02-DFA0A04FC94B}">
              <ma14:wrappingTextBoxFlag xmlns:ma14="http://schemas.microsoft.com/office/mac/drawingml/2011/main" val="1"/>
            </a:ext>
          </a:extLst>
        </p:spPr>
        <p:txBody>
          <a:bodyPr lIns="45719" rIns="45719" anchor="b">
            <a:spAutoFit/>
          </a:bodyPr>
          <a:lstStyle>
            <a:lvl1pPr algn="ctr">
              <a:defRPr sz="500">
                <a:solidFill>
                  <a:schemeClr val="accent3">
                    <a:lumOff val="44000"/>
                  </a:schemeClr>
                </a:solidFill>
                <a:latin typeface="Arial Narrow"/>
                <a:ea typeface="Arial Narrow"/>
                <a:cs typeface="Arial Narrow"/>
                <a:sym typeface="Arial Narrow"/>
              </a:defRPr>
            </a:lvl1pPr>
          </a:lstStyle>
          <a:p>
            <a:pPr/>
            <a:r>
              <a:t>© 2022, Mike Murach &amp; Associates, Inc.</a:t>
            </a:r>
          </a:p>
        </p:txBody>
      </p:sp>
      <p:sp>
        <p:nvSpPr>
          <p:cNvPr id="371" name="Title 6"/>
          <p:cNvSpPr txBox="1"/>
          <p:nvPr>
            <p:ph type="title"/>
          </p:nvPr>
        </p:nvSpPr>
        <p:spPr>
          <a:prstGeom prst="rect">
            <a:avLst/>
          </a:prstGeom>
        </p:spPr>
        <p:txBody>
          <a:bodyPr/>
          <a:lstStyle>
            <a:lvl1pPr>
              <a:spcBef>
                <a:spcPts val="600"/>
              </a:spcBef>
              <a:tabLst>
                <a:tab pos="1371600" algn="l"/>
              </a:tabLst>
            </a:lvl1pPr>
          </a:lstStyle>
          <a:p>
            <a:pPr/>
            <a:r>
              <a:t>The lists in a web browser</a:t>
            </a:r>
          </a:p>
        </p:txBody>
      </p:sp>
      <p:pic>
        <p:nvPicPr>
          <p:cNvPr id="372" name="Content Placeholder 8" descr="Content Placeholder 8"/>
          <p:cNvPicPr>
            <a:picLocks noChangeAspect="1"/>
          </p:cNvPicPr>
          <p:nvPr/>
        </p:nvPicPr>
        <p:blipFill>
          <a:blip r:embed="rId2">
            <a:extLst/>
          </a:blip>
          <a:stretch>
            <a:fillRect/>
          </a:stretch>
        </p:blipFill>
        <p:spPr>
          <a:xfrm>
            <a:off x="1219200" y="1139601"/>
            <a:ext cx="5849009" cy="3637800"/>
          </a:xfrm>
          <a:prstGeom prst="rect">
            <a:avLst/>
          </a:prstGeom>
          <a:ln w="12700">
            <a:miter lim="400000"/>
          </a:ln>
        </p:spPr>
      </p:pic>
      <p:sp>
        <p:nvSpPr>
          <p:cNvPr id="373" name="Date Placeholder 3"/>
          <p:cNvSpPr txBox="1"/>
          <p:nvPr/>
        </p:nvSpPr>
        <p:spPr>
          <a:xfrm>
            <a:off x="2788920" y="6347460"/>
            <a:ext cx="3566160" cy="358141"/>
          </a:xfrm>
          <a:prstGeom prst="rect">
            <a:avLst/>
          </a:prstGeom>
          <a:ln w="12700">
            <a:miter lim="400000"/>
          </a:ln>
          <a:extLst>
            <a:ext uri="{C572A759-6A51-4108-AA02-DFA0A04FC94B}">
              <ma14:wrappingTextBoxFlag xmlns:ma14="http://schemas.microsoft.com/office/mac/drawingml/2011/main" val="1"/>
            </a:ext>
          </a:extLst>
        </p:spPr>
        <p:txBody>
          <a:bodyPr lIns="45719" rIns="45719" anchor="b">
            <a:spAutoFit/>
          </a:bodyPr>
          <a:lstStyle>
            <a:lvl1pPr algn="ctr">
              <a:defRPr b="1" i="1" sz="1800">
                <a:solidFill>
                  <a:schemeClr val="accent3">
                    <a:lumOff val="44000"/>
                  </a:schemeClr>
                </a:solidFill>
                <a:latin typeface="Arial Narrow"/>
                <a:ea typeface="Arial Narrow"/>
                <a:cs typeface="Arial Narrow"/>
                <a:sym typeface="Arial Narrow"/>
              </a:defRPr>
            </a:lvl1pPr>
          </a:lstStyle>
          <a:p>
            <a:pPr/>
            <a:r>
              <a:t>Murach's HTML and CSS, 5th Edition</a:t>
            </a:r>
          </a:p>
        </p:txBody>
      </p:sp>
      <p:sp>
        <p:nvSpPr>
          <p:cNvPr id="374" name="Slide Number Placeholder 5"/>
          <p:cNvSpPr txBox="1"/>
          <p:nvPr>
            <p:ph type="sldNum" sz="quarter" idx="2"/>
          </p:nvPr>
        </p:nvSpPr>
        <p:spPr>
          <a:xfrm>
            <a:off x="6629400" y="6418513"/>
            <a:ext cx="281940" cy="287087"/>
          </a:xfrm>
          <a:prstGeom prst="rect">
            <a:avLst/>
          </a:prstGeom>
          <a:extLst>
            <a:ext uri="{C572A759-6A51-4108-AA02-DFA0A04FC94B}">
              <ma14:wrappingTextBoxFlag xmlns:ma14="http://schemas.microsoft.com/office/mac/drawingml/2011/main" val="1"/>
            </a:ext>
          </a:extLst>
        </p:spPr>
        <p:txBody>
          <a:bodyPr/>
          <a:lstStyle>
            <a:lvl1pPr algn="l">
              <a:defRPr sz="1400">
                <a:latin typeface="+mn-lt"/>
                <a:ea typeface="+mn-ea"/>
                <a:cs typeface="+mn-cs"/>
                <a:sym typeface="Times New Roman"/>
              </a:defRPr>
            </a:lvl1pPr>
          </a:lstStyle>
          <a:p>
            <a:pPr/>
            <a:fld id="{86CB4B4D-7CA3-9044-876B-883B54F8677D}" type="slidenum"/>
          </a:p>
        </p:txBody>
      </p:sp>
    </p:spTree>
  </p:cSld>
  <p:clrMapOvr>
    <a:masterClrMapping/>
  </p:clrMapOvr>
  <p:transition xmlns:p14="http://schemas.microsoft.com/office/powerpoint/2010/main" spd="med" advClick="1"/>
</p:sld>
</file>

<file path=ppt/slides/slide3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76" name="Footer Placeholder 4"/>
          <p:cNvSpPr txBox="1"/>
          <p:nvPr/>
        </p:nvSpPr>
        <p:spPr>
          <a:xfrm>
            <a:off x="121920" y="6537959"/>
            <a:ext cx="2651761" cy="167641"/>
          </a:xfrm>
          <a:prstGeom prst="rect">
            <a:avLst/>
          </a:prstGeom>
          <a:ln w="12700">
            <a:miter lim="400000"/>
          </a:ln>
          <a:extLst>
            <a:ext uri="{C572A759-6A51-4108-AA02-DFA0A04FC94B}">
              <ma14:wrappingTextBoxFlag xmlns:ma14="http://schemas.microsoft.com/office/mac/drawingml/2011/main" val="1"/>
            </a:ext>
          </a:extLst>
        </p:spPr>
        <p:txBody>
          <a:bodyPr lIns="45719" rIns="45719" anchor="b">
            <a:spAutoFit/>
          </a:bodyPr>
          <a:lstStyle>
            <a:lvl1pPr algn="ctr">
              <a:defRPr sz="500">
                <a:solidFill>
                  <a:schemeClr val="accent3">
                    <a:lumOff val="44000"/>
                  </a:schemeClr>
                </a:solidFill>
                <a:latin typeface="Arial Narrow"/>
                <a:ea typeface="Arial Narrow"/>
                <a:cs typeface="Arial Narrow"/>
                <a:sym typeface="Arial Narrow"/>
              </a:defRPr>
            </a:lvl1pPr>
          </a:lstStyle>
          <a:p>
            <a:pPr/>
            <a:r>
              <a:t>© 2022, Mike Murach &amp; Associates, Inc.</a:t>
            </a:r>
          </a:p>
        </p:txBody>
      </p:sp>
      <p:sp>
        <p:nvSpPr>
          <p:cNvPr id="377" name="Title 6"/>
          <p:cNvSpPr txBox="1"/>
          <p:nvPr>
            <p:ph type="title"/>
          </p:nvPr>
        </p:nvSpPr>
        <p:spPr>
          <a:prstGeom prst="rect">
            <a:avLst/>
          </a:prstGeom>
        </p:spPr>
        <p:txBody>
          <a:bodyPr/>
          <a:lstStyle>
            <a:lvl1pPr>
              <a:spcBef>
                <a:spcPts val="600"/>
              </a:spcBef>
              <a:tabLst>
                <a:tab pos="1371600" algn="l"/>
              </a:tabLst>
            </a:lvl1pPr>
          </a:lstStyle>
          <a:p>
            <a:pPr/>
            <a:r>
              <a:t>An img element </a:t>
            </a:r>
          </a:p>
        </p:txBody>
      </p:sp>
      <p:sp>
        <p:nvSpPr>
          <p:cNvPr id="378" name="Text Placeholder 8"/>
          <p:cNvSpPr txBox="1"/>
          <p:nvPr>
            <p:ph type="body" sz="half" idx="1"/>
          </p:nvPr>
        </p:nvSpPr>
        <p:spPr>
          <a:prstGeom prst="rect">
            <a:avLst/>
          </a:prstGeom>
        </p:spPr>
        <p:txBody>
          <a:bodyPr/>
          <a:lstStyle/>
          <a:p>
            <a:pPr indent="347345">
              <a:spcBef>
                <a:spcPts val="0"/>
              </a:spcBef>
              <a:tabLst>
                <a:tab pos="1371600" algn="l"/>
              </a:tabLst>
              <a:defRPr b="1" sz="1600">
                <a:latin typeface="Courier New"/>
                <a:ea typeface="Courier New"/>
                <a:cs typeface="Courier New"/>
                <a:sym typeface="Courier New"/>
              </a:defRPr>
            </a:pPr>
            <a:r>
              <a:t>&lt;img src="images/murachlogo.gif" alt=</a:t>
            </a:r>
            <a:br/>
            <a:r>
              <a:t>    "Murach Logo" height="75"&gt;</a:t>
            </a:r>
          </a:p>
          <a:p>
            <a:pPr indent="347345">
              <a:spcBef>
                <a:spcPts val="0"/>
              </a:spcBef>
              <a:tabLst>
                <a:tab pos="1371600" algn="l"/>
              </a:tabLst>
              <a:defRPr b="1" sz="1600">
                <a:latin typeface="Courier New"/>
                <a:ea typeface="Courier New"/>
                <a:cs typeface="Courier New"/>
                <a:sym typeface="Courier New"/>
              </a:defRPr>
            </a:pPr>
            <a:r>
              <a:t>&lt;h1&gt;Mike Murach &amp;amp; Associates, Inc.&lt;/h1&gt;</a:t>
            </a:r>
          </a:p>
          <a:p>
            <a:pPr>
              <a:spcBef>
                <a:spcPts val="1500"/>
              </a:spcBef>
              <a:tabLst>
                <a:tab pos="1371600" algn="l"/>
              </a:tabLst>
              <a:defRPr b="1" sz="2400">
                <a:solidFill>
                  <a:srgbClr val="000099"/>
                </a:solidFill>
              </a:defRPr>
            </a:pPr>
            <a:r>
              <a:t>The image in a web browser</a:t>
            </a:r>
          </a:p>
        </p:txBody>
      </p:sp>
      <p:pic>
        <p:nvPicPr>
          <p:cNvPr id="379" name="Content Placeholder 9" descr="Content Placeholder 9"/>
          <p:cNvPicPr>
            <a:picLocks noChangeAspect="1"/>
          </p:cNvPicPr>
          <p:nvPr/>
        </p:nvPicPr>
        <p:blipFill>
          <a:blip r:embed="rId3">
            <a:extLst/>
          </a:blip>
          <a:stretch>
            <a:fillRect/>
          </a:stretch>
        </p:blipFill>
        <p:spPr>
          <a:xfrm>
            <a:off x="1248586" y="2514600"/>
            <a:ext cx="6294691" cy="2213843"/>
          </a:xfrm>
          <a:prstGeom prst="rect">
            <a:avLst/>
          </a:prstGeom>
          <a:ln w="12700">
            <a:miter lim="400000"/>
          </a:ln>
        </p:spPr>
      </p:pic>
      <p:sp>
        <p:nvSpPr>
          <p:cNvPr id="380" name="Date Placeholder 3"/>
          <p:cNvSpPr txBox="1"/>
          <p:nvPr/>
        </p:nvSpPr>
        <p:spPr>
          <a:xfrm>
            <a:off x="2788920" y="6347460"/>
            <a:ext cx="3566160" cy="358141"/>
          </a:xfrm>
          <a:prstGeom prst="rect">
            <a:avLst/>
          </a:prstGeom>
          <a:ln w="12700">
            <a:miter lim="400000"/>
          </a:ln>
          <a:extLst>
            <a:ext uri="{C572A759-6A51-4108-AA02-DFA0A04FC94B}">
              <ma14:wrappingTextBoxFlag xmlns:ma14="http://schemas.microsoft.com/office/mac/drawingml/2011/main" val="1"/>
            </a:ext>
          </a:extLst>
        </p:spPr>
        <p:txBody>
          <a:bodyPr lIns="45719" rIns="45719" anchor="b">
            <a:spAutoFit/>
          </a:bodyPr>
          <a:lstStyle>
            <a:lvl1pPr algn="ctr">
              <a:defRPr b="1" i="1" sz="1800">
                <a:solidFill>
                  <a:schemeClr val="accent3">
                    <a:lumOff val="44000"/>
                  </a:schemeClr>
                </a:solidFill>
                <a:latin typeface="Arial Narrow"/>
                <a:ea typeface="Arial Narrow"/>
                <a:cs typeface="Arial Narrow"/>
                <a:sym typeface="Arial Narrow"/>
              </a:defRPr>
            </a:lvl1pPr>
          </a:lstStyle>
          <a:p>
            <a:pPr/>
            <a:r>
              <a:t>Murach's HTML and CSS, 5th Edition</a:t>
            </a:r>
          </a:p>
        </p:txBody>
      </p:sp>
      <p:sp>
        <p:nvSpPr>
          <p:cNvPr id="381" name="Slide Number Placeholder 5"/>
          <p:cNvSpPr txBox="1"/>
          <p:nvPr>
            <p:ph type="sldNum" sz="quarter" idx="2"/>
          </p:nvPr>
        </p:nvSpPr>
        <p:spPr>
          <a:xfrm>
            <a:off x="6629400" y="6418513"/>
            <a:ext cx="281940" cy="287087"/>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3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85" name="Footer Placeholder 4"/>
          <p:cNvSpPr txBox="1"/>
          <p:nvPr/>
        </p:nvSpPr>
        <p:spPr>
          <a:xfrm>
            <a:off x="121920" y="6537959"/>
            <a:ext cx="2651761" cy="167641"/>
          </a:xfrm>
          <a:prstGeom prst="rect">
            <a:avLst/>
          </a:prstGeom>
          <a:ln w="12700">
            <a:miter lim="400000"/>
          </a:ln>
          <a:extLst>
            <a:ext uri="{C572A759-6A51-4108-AA02-DFA0A04FC94B}">
              <ma14:wrappingTextBoxFlag xmlns:ma14="http://schemas.microsoft.com/office/mac/drawingml/2011/main" val="1"/>
            </a:ext>
          </a:extLst>
        </p:spPr>
        <p:txBody>
          <a:bodyPr lIns="45719" rIns="45719" anchor="b">
            <a:spAutoFit/>
          </a:bodyPr>
          <a:lstStyle>
            <a:lvl1pPr algn="ctr">
              <a:defRPr sz="500">
                <a:solidFill>
                  <a:schemeClr val="accent3">
                    <a:lumOff val="44000"/>
                  </a:schemeClr>
                </a:solidFill>
                <a:latin typeface="Arial Narrow"/>
                <a:ea typeface="Arial Narrow"/>
                <a:cs typeface="Arial Narrow"/>
                <a:sym typeface="Arial Narrow"/>
              </a:defRPr>
            </a:lvl1pPr>
          </a:lstStyle>
          <a:p>
            <a:pPr/>
            <a:r>
              <a:t>© 2022, Mike Murach &amp; Associates, Inc.</a:t>
            </a:r>
          </a:p>
        </p:txBody>
      </p:sp>
      <p:sp>
        <p:nvSpPr>
          <p:cNvPr id="386" name="Title 1"/>
          <p:cNvSpPr txBox="1"/>
          <p:nvPr>
            <p:ph type="title"/>
          </p:nvPr>
        </p:nvSpPr>
        <p:spPr>
          <a:prstGeom prst="rect">
            <a:avLst/>
          </a:prstGeom>
        </p:spPr>
        <p:txBody>
          <a:bodyPr/>
          <a:lstStyle>
            <a:lvl1pPr>
              <a:spcBef>
                <a:spcPts val="600"/>
              </a:spcBef>
              <a:tabLst>
                <a:tab pos="1371600" algn="l"/>
              </a:tabLst>
            </a:lvl1pPr>
          </a:lstStyle>
          <a:p>
            <a:pPr/>
            <a:r>
              <a:t>Common image formats</a:t>
            </a:r>
          </a:p>
        </p:txBody>
      </p:sp>
      <p:sp>
        <p:nvSpPr>
          <p:cNvPr id="387" name="Text Placeholder 2"/>
          <p:cNvSpPr txBox="1"/>
          <p:nvPr>
            <p:ph type="body" idx="1"/>
          </p:nvPr>
        </p:nvSpPr>
        <p:spPr>
          <a:xfrm>
            <a:off x="838200" y="1066800"/>
            <a:ext cx="7467600" cy="4876800"/>
          </a:xfrm>
          <a:prstGeom prst="rect">
            <a:avLst/>
          </a:prstGeom>
        </p:spPr>
        <p:txBody>
          <a:bodyPr/>
          <a:lstStyle/>
          <a:p>
            <a:pPr marL="342900" marR="274320" indent="-342900">
              <a:spcBef>
                <a:spcPts val="600"/>
              </a:spcBef>
              <a:buSzPct val="100000"/>
              <a:buFont typeface="Symbol"/>
              <a:buChar char="·"/>
              <a:defRPr spc="-100">
                <a:latin typeface="+mn-lt"/>
                <a:ea typeface="+mn-ea"/>
                <a:cs typeface="+mn-cs"/>
                <a:sym typeface="Times New Roman"/>
              </a:defRPr>
            </a:pPr>
            <a:r>
              <a:t>JPEG (Joint Photographic Experts Group)</a:t>
            </a:r>
          </a:p>
          <a:p>
            <a:pPr marL="342900" marR="274320" indent="-342900">
              <a:spcBef>
                <a:spcPts val="600"/>
              </a:spcBef>
              <a:buSzPct val="100000"/>
              <a:buFont typeface="Symbol"/>
              <a:buChar char="·"/>
              <a:defRPr spc="-100">
                <a:latin typeface="+mn-lt"/>
                <a:ea typeface="+mn-ea"/>
                <a:cs typeface="+mn-cs"/>
                <a:sym typeface="Times New Roman"/>
              </a:defRPr>
            </a:pPr>
            <a:r>
              <a:t>GIF (Graphic Interchange Format)</a:t>
            </a:r>
          </a:p>
          <a:p>
            <a:pPr marL="342900" marR="274320" indent="-342900">
              <a:spcBef>
                <a:spcPts val="600"/>
              </a:spcBef>
              <a:buSzPct val="100000"/>
              <a:buFont typeface="Symbol"/>
              <a:buChar char="·"/>
              <a:defRPr spc="-100">
                <a:latin typeface="+mn-lt"/>
                <a:ea typeface="+mn-ea"/>
                <a:cs typeface="+mn-cs"/>
                <a:sym typeface="Times New Roman"/>
              </a:defRPr>
            </a:pPr>
            <a:r>
              <a:t>PNG (Portable Network Graphics)</a:t>
            </a:r>
          </a:p>
          <a:p>
            <a:pPr>
              <a:spcBef>
                <a:spcPts val="1500"/>
              </a:spcBef>
              <a:tabLst>
                <a:tab pos="1371600" algn="l"/>
              </a:tabLst>
              <a:defRPr b="1" sz="2400">
                <a:solidFill>
                  <a:srgbClr val="000099"/>
                </a:solidFill>
              </a:defRPr>
            </a:pPr>
            <a:r>
              <a:t>Accessibility guidelines for images</a:t>
            </a:r>
          </a:p>
          <a:p>
            <a:pPr marL="342900" marR="274320" indent="-342900">
              <a:spcBef>
                <a:spcPts val="600"/>
              </a:spcBef>
              <a:buSzPct val="100000"/>
              <a:buFont typeface="Symbol"/>
              <a:buChar char="·"/>
              <a:defRPr spc="-100">
                <a:latin typeface="+mn-lt"/>
                <a:ea typeface="+mn-ea"/>
                <a:cs typeface="+mn-cs"/>
                <a:sym typeface="Times New Roman"/>
              </a:defRPr>
            </a:pPr>
            <a:r>
              <a:t>For images with useful content, always code an alt attribute that describes the image.</a:t>
            </a:r>
          </a:p>
          <a:p>
            <a:pPr marL="342900" marR="274320" indent="-342900">
              <a:spcBef>
                <a:spcPts val="600"/>
              </a:spcBef>
              <a:buSzPct val="100000"/>
              <a:buFont typeface="Symbol"/>
              <a:buChar char="·"/>
              <a:defRPr spc="-100">
                <a:latin typeface="+mn-lt"/>
                <a:ea typeface="+mn-ea"/>
                <a:cs typeface="+mn-cs"/>
                <a:sym typeface="Times New Roman"/>
              </a:defRPr>
            </a:pPr>
            <a:r>
              <a:t>For images that are used for decoration, code the alt attribute with no value ("").</a:t>
            </a:r>
          </a:p>
        </p:txBody>
      </p:sp>
      <p:sp>
        <p:nvSpPr>
          <p:cNvPr id="388" name="Date Placeholder 3"/>
          <p:cNvSpPr txBox="1"/>
          <p:nvPr/>
        </p:nvSpPr>
        <p:spPr>
          <a:xfrm>
            <a:off x="2788920" y="6347460"/>
            <a:ext cx="3566160" cy="358141"/>
          </a:xfrm>
          <a:prstGeom prst="rect">
            <a:avLst/>
          </a:prstGeom>
          <a:ln w="12700">
            <a:miter lim="400000"/>
          </a:ln>
          <a:extLst>
            <a:ext uri="{C572A759-6A51-4108-AA02-DFA0A04FC94B}">
              <ma14:wrappingTextBoxFlag xmlns:ma14="http://schemas.microsoft.com/office/mac/drawingml/2011/main" val="1"/>
            </a:ext>
          </a:extLst>
        </p:spPr>
        <p:txBody>
          <a:bodyPr lIns="45719" rIns="45719" anchor="b">
            <a:spAutoFit/>
          </a:bodyPr>
          <a:lstStyle>
            <a:lvl1pPr algn="ctr">
              <a:defRPr b="1" i="1" sz="1800">
                <a:solidFill>
                  <a:schemeClr val="accent3">
                    <a:lumOff val="44000"/>
                  </a:schemeClr>
                </a:solidFill>
                <a:latin typeface="Arial Narrow"/>
                <a:ea typeface="Arial Narrow"/>
                <a:cs typeface="Arial Narrow"/>
                <a:sym typeface="Arial Narrow"/>
              </a:defRPr>
            </a:lvl1pPr>
          </a:lstStyle>
          <a:p>
            <a:pPr/>
            <a:r>
              <a:t>Murach's HTML and CSS, 5th Edition</a:t>
            </a:r>
          </a:p>
        </p:txBody>
      </p:sp>
      <p:sp>
        <p:nvSpPr>
          <p:cNvPr id="389" name="Slide Number Placeholder 5"/>
          <p:cNvSpPr txBox="1"/>
          <p:nvPr>
            <p:ph type="sldNum" sz="quarter" idx="2"/>
          </p:nvPr>
        </p:nvSpPr>
        <p:spPr>
          <a:xfrm>
            <a:off x="6629400" y="6418513"/>
            <a:ext cx="281940" cy="287087"/>
          </a:xfrm>
          <a:prstGeom prst="rect">
            <a:avLst/>
          </a:prstGeom>
          <a:extLst>
            <a:ext uri="{C572A759-6A51-4108-AA02-DFA0A04FC94B}">
              <ma14:wrappingTextBoxFlag xmlns:ma14="http://schemas.microsoft.com/office/mac/drawingml/2011/main" val="1"/>
            </a:ext>
          </a:extLst>
        </p:spPr>
        <p:txBody>
          <a:bodyPr/>
          <a:lstStyle>
            <a:lvl1pPr algn="l">
              <a:defRPr sz="1400">
                <a:latin typeface="+mn-lt"/>
                <a:ea typeface="+mn-ea"/>
                <a:cs typeface="+mn-cs"/>
                <a:sym typeface="Times New Roman"/>
              </a:defRPr>
            </a:lvl1pPr>
          </a:lstStyle>
          <a:p>
            <a:pPr/>
            <a:fld id="{86CB4B4D-7CA3-9044-876B-883B54F8677D}" type="slidenum"/>
          </a:p>
        </p:txBody>
      </p:sp>
    </p:spTree>
  </p:cSld>
  <p:clrMapOvr>
    <a:masterClrMapping/>
  </p:clrMapOvr>
  <p:transition xmlns:p14="http://schemas.microsoft.com/office/powerpoint/2010/main" spd="med" advClick="1"/>
</p:sld>
</file>

<file path=ppt/slides/slide3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91" name="Footer Placeholder 4"/>
          <p:cNvSpPr txBox="1"/>
          <p:nvPr/>
        </p:nvSpPr>
        <p:spPr>
          <a:xfrm>
            <a:off x="121920" y="6537959"/>
            <a:ext cx="2651761" cy="167641"/>
          </a:xfrm>
          <a:prstGeom prst="rect">
            <a:avLst/>
          </a:prstGeom>
          <a:ln w="12700">
            <a:miter lim="400000"/>
          </a:ln>
          <a:extLst>
            <a:ext uri="{C572A759-6A51-4108-AA02-DFA0A04FC94B}">
              <ma14:wrappingTextBoxFlag xmlns:ma14="http://schemas.microsoft.com/office/mac/drawingml/2011/main" val="1"/>
            </a:ext>
          </a:extLst>
        </p:spPr>
        <p:txBody>
          <a:bodyPr lIns="45719" rIns="45719" anchor="b">
            <a:spAutoFit/>
          </a:bodyPr>
          <a:lstStyle>
            <a:lvl1pPr algn="ctr">
              <a:defRPr sz="500">
                <a:solidFill>
                  <a:schemeClr val="accent3">
                    <a:lumOff val="44000"/>
                  </a:schemeClr>
                </a:solidFill>
                <a:latin typeface="Arial Narrow"/>
                <a:ea typeface="Arial Narrow"/>
                <a:cs typeface="Arial Narrow"/>
                <a:sym typeface="Arial Narrow"/>
              </a:defRPr>
            </a:lvl1pPr>
          </a:lstStyle>
          <a:p>
            <a:pPr/>
            <a:r>
              <a:t>© 2022, Mike Murach &amp; Associates, Inc.</a:t>
            </a:r>
          </a:p>
        </p:txBody>
      </p:sp>
      <p:sp>
        <p:nvSpPr>
          <p:cNvPr id="392" name="Title 6"/>
          <p:cNvSpPr txBox="1"/>
          <p:nvPr>
            <p:ph type="title"/>
          </p:nvPr>
        </p:nvSpPr>
        <p:spPr>
          <a:prstGeom prst="rect">
            <a:avLst/>
          </a:prstGeom>
        </p:spPr>
        <p:txBody>
          <a:bodyPr/>
          <a:lstStyle>
            <a:lvl1pPr>
              <a:spcBef>
                <a:spcPts val="600"/>
              </a:spcBef>
              <a:tabLst>
                <a:tab pos="1371600" algn="l"/>
              </a:tabLst>
            </a:lvl1pPr>
          </a:lstStyle>
          <a:p>
            <a:pPr/>
            <a:r>
              <a:t>A simple web page</a:t>
            </a:r>
          </a:p>
        </p:txBody>
      </p:sp>
      <p:pic>
        <p:nvPicPr>
          <p:cNvPr id="393" name="Content Placeholder 8" descr="Content Placeholder 8"/>
          <p:cNvPicPr>
            <a:picLocks noChangeAspect="1"/>
          </p:cNvPicPr>
          <p:nvPr/>
        </p:nvPicPr>
        <p:blipFill>
          <a:blip r:embed="rId3">
            <a:extLst/>
          </a:blip>
          <a:stretch>
            <a:fillRect/>
          </a:stretch>
        </p:blipFill>
        <p:spPr>
          <a:xfrm>
            <a:off x="914400" y="1143000"/>
            <a:ext cx="7315200" cy="4693921"/>
          </a:xfrm>
          <a:prstGeom prst="rect">
            <a:avLst/>
          </a:prstGeom>
          <a:ln w="12700">
            <a:miter lim="400000"/>
          </a:ln>
        </p:spPr>
      </p:pic>
      <p:sp>
        <p:nvSpPr>
          <p:cNvPr id="394" name="Date Placeholder 3"/>
          <p:cNvSpPr txBox="1"/>
          <p:nvPr/>
        </p:nvSpPr>
        <p:spPr>
          <a:xfrm>
            <a:off x="2788920" y="6347460"/>
            <a:ext cx="3566160" cy="358141"/>
          </a:xfrm>
          <a:prstGeom prst="rect">
            <a:avLst/>
          </a:prstGeom>
          <a:ln w="12700">
            <a:miter lim="400000"/>
          </a:ln>
          <a:extLst>
            <a:ext uri="{C572A759-6A51-4108-AA02-DFA0A04FC94B}">
              <ma14:wrappingTextBoxFlag xmlns:ma14="http://schemas.microsoft.com/office/mac/drawingml/2011/main" val="1"/>
            </a:ext>
          </a:extLst>
        </p:spPr>
        <p:txBody>
          <a:bodyPr lIns="45719" rIns="45719" anchor="b">
            <a:spAutoFit/>
          </a:bodyPr>
          <a:lstStyle>
            <a:lvl1pPr algn="ctr">
              <a:defRPr b="1" i="1" sz="1800">
                <a:solidFill>
                  <a:schemeClr val="accent3">
                    <a:lumOff val="44000"/>
                  </a:schemeClr>
                </a:solidFill>
                <a:latin typeface="Arial Narrow"/>
                <a:ea typeface="Arial Narrow"/>
                <a:cs typeface="Arial Narrow"/>
                <a:sym typeface="Arial Narrow"/>
              </a:defRPr>
            </a:lvl1pPr>
          </a:lstStyle>
          <a:p>
            <a:pPr/>
            <a:r>
              <a:t>Murach's HTML and CSS, 5th Edition</a:t>
            </a:r>
          </a:p>
        </p:txBody>
      </p:sp>
      <p:sp>
        <p:nvSpPr>
          <p:cNvPr id="395" name="Slide Number Placeholder 5"/>
          <p:cNvSpPr txBox="1"/>
          <p:nvPr>
            <p:ph type="sldNum" sz="quarter" idx="2"/>
          </p:nvPr>
        </p:nvSpPr>
        <p:spPr>
          <a:xfrm>
            <a:off x="6629400" y="6418513"/>
            <a:ext cx="281940" cy="287087"/>
          </a:xfrm>
          <a:prstGeom prst="rect">
            <a:avLst/>
          </a:prstGeom>
          <a:extLst>
            <a:ext uri="{C572A759-6A51-4108-AA02-DFA0A04FC94B}">
              <ma14:wrappingTextBoxFlag xmlns:ma14="http://schemas.microsoft.com/office/mac/drawingml/2011/main" val="1"/>
            </a:ext>
          </a:extLst>
        </p:spPr>
        <p:txBody>
          <a:bodyPr/>
          <a:lstStyle>
            <a:lvl1pPr algn="l">
              <a:defRPr sz="1400">
                <a:latin typeface="+mn-lt"/>
                <a:ea typeface="+mn-ea"/>
                <a:cs typeface="+mn-cs"/>
                <a:sym typeface="Times New Roman"/>
              </a:defRPr>
            </a:lvl1pPr>
          </a:lstStyle>
          <a:p>
            <a:pPr/>
            <a:fld id="{86CB4B4D-7CA3-9044-876B-883B54F8677D}" type="slidenum"/>
          </a:p>
        </p:txBody>
      </p:sp>
    </p:spTree>
  </p:cSld>
  <p:clrMapOvr>
    <a:masterClrMapping/>
  </p:clrMapOvr>
  <p:transition xmlns:p14="http://schemas.microsoft.com/office/powerpoint/2010/main" spd="med" advClick="1"/>
</p:sld>
</file>

<file path=ppt/slides/slide3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99" name="Footer Placeholder 4"/>
          <p:cNvSpPr txBox="1"/>
          <p:nvPr/>
        </p:nvSpPr>
        <p:spPr>
          <a:xfrm>
            <a:off x="121920" y="6537959"/>
            <a:ext cx="2651761" cy="167641"/>
          </a:xfrm>
          <a:prstGeom prst="rect">
            <a:avLst/>
          </a:prstGeom>
          <a:ln w="12700">
            <a:miter lim="400000"/>
          </a:ln>
          <a:extLst>
            <a:ext uri="{C572A759-6A51-4108-AA02-DFA0A04FC94B}">
              <ma14:wrappingTextBoxFlag xmlns:ma14="http://schemas.microsoft.com/office/mac/drawingml/2011/main" val="1"/>
            </a:ext>
          </a:extLst>
        </p:spPr>
        <p:txBody>
          <a:bodyPr lIns="45719" rIns="45719" anchor="b">
            <a:spAutoFit/>
          </a:bodyPr>
          <a:lstStyle>
            <a:lvl1pPr algn="ctr">
              <a:defRPr sz="500">
                <a:solidFill>
                  <a:schemeClr val="accent3">
                    <a:lumOff val="44000"/>
                  </a:schemeClr>
                </a:solidFill>
                <a:latin typeface="Arial Narrow"/>
                <a:ea typeface="Arial Narrow"/>
                <a:cs typeface="Arial Narrow"/>
                <a:sym typeface="Arial Narrow"/>
              </a:defRPr>
            </a:lvl1pPr>
          </a:lstStyle>
          <a:p>
            <a:pPr/>
            <a:r>
              <a:t>© 2022, Mike Murach &amp; Associates, Inc.</a:t>
            </a:r>
          </a:p>
        </p:txBody>
      </p:sp>
      <p:sp>
        <p:nvSpPr>
          <p:cNvPr id="400" name="Title 1"/>
          <p:cNvSpPr txBox="1"/>
          <p:nvPr>
            <p:ph type="title"/>
          </p:nvPr>
        </p:nvSpPr>
        <p:spPr>
          <a:prstGeom prst="rect">
            <a:avLst/>
          </a:prstGeom>
        </p:spPr>
        <p:txBody>
          <a:bodyPr/>
          <a:lstStyle>
            <a:lvl1pPr>
              <a:spcBef>
                <a:spcPts val="600"/>
              </a:spcBef>
              <a:tabLst>
                <a:tab pos="1371600" algn="l"/>
              </a:tabLst>
            </a:lvl1pPr>
          </a:lstStyle>
          <a:p>
            <a:pPr/>
            <a:r>
              <a:t>The HTML file for the web page</a:t>
            </a:r>
          </a:p>
        </p:txBody>
      </p:sp>
      <p:sp>
        <p:nvSpPr>
          <p:cNvPr id="401" name="Text Placeholder 2"/>
          <p:cNvSpPr txBox="1"/>
          <p:nvPr>
            <p:ph type="body" idx="1"/>
          </p:nvPr>
        </p:nvSpPr>
        <p:spPr>
          <a:prstGeom prst="rect">
            <a:avLst/>
          </a:prstGeom>
        </p:spPr>
        <p:txBody>
          <a:bodyPr/>
          <a:lstStyle/>
          <a:p>
            <a:pPr>
              <a:spcBef>
                <a:spcPts val="0"/>
              </a:spcBef>
              <a:tabLst>
                <a:tab pos="6515100" algn="l"/>
              </a:tabLst>
              <a:defRPr b="1" sz="1400">
                <a:latin typeface="Courier New"/>
                <a:ea typeface="Courier New"/>
                <a:cs typeface="Courier New"/>
                <a:sym typeface="Courier New"/>
              </a:defRPr>
            </a:pPr>
            <a:r>
              <a:t>&lt;!DOCTYPE html&gt;</a:t>
            </a:r>
          </a:p>
          <a:p>
            <a:pPr>
              <a:spcBef>
                <a:spcPts val="0"/>
              </a:spcBef>
              <a:tabLst>
                <a:tab pos="6515100" algn="l"/>
              </a:tabLst>
              <a:defRPr b="1" sz="1400">
                <a:latin typeface="Courier New"/>
                <a:ea typeface="Courier New"/>
                <a:cs typeface="Courier New"/>
                <a:sym typeface="Courier New"/>
              </a:defRPr>
            </a:pPr>
            <a:r>
              <a:t>&lt;html lang="en"&gt;</a:t>
            </a:r>
          </a:p>
          <a:p>
            <a:pPr>
              <a:spcBef>
                <a:spcPts val="0"/>
              </a:spcBef>
              <a:tabLst>
                <a:tab pos="6515100" algn="l"/>
              </a:tabLst>
              <a:defRPr b="1" sz="1400">
                <a:latin typeface="Courier New"/>
                <a:ea typeface="Courier New"/>
                <a:cs typeface="Courier New"/>
                <a:sym typeface="Courier New"/>
              </a:defRPr>
            </a:pPr>
            <a:r>
              <a:t>    &lt;head&gt;</a:t>
            </a:r>
          </a:p>
          <a:p>
            <a:pPr>
              <a:spcBef>
                <a:spcPts val="0"/>
              </a:spcBef>
              <a:tabLst>
                <a:tab pos="6515100" algn="l"/>
              </a:tabLst>
              <a:defRPr b="1" sz="1400">
                <a:latin typeface="Courier New"/>
                <a:ea typeface="Courier New"/>
                <a:cs typeface="Courier New"/>
                <a:sym typeface="Courier New"/>
              </a:defRPr>
            </a:pPr>
            <a:r>
              <a:t>        &lt;meta charset="utf-8"&gt;</a:t>
            </a:r>
          </a:p>
          <a:p>
            <a:pPr>
              <a:spcBef>
                <a:spcPts val="0"/>
              </a:spcBef>
              <a:tabLst>
                <a:tab pos="6515100" algn="l"/>
              </a:tabLst>
              <a:defRPr b="1" sz="1400">
                <a:latin typeface="Courier New"/>
                <a:ea typeface="Courier New"/>
                <a:cs typeface="Courier New"/>
                <a:sym typeface="Courier New"/>
              </a:defRPr>
            </a:pPr>
            <a:r>
              <a:t>        &lt;title&gt;San Joaquin Valley Town Hall&lt;/title&gt;</a:t>
            </a:r>
          </a:p>
          <a:p>
            <a:pPr>
              <a:spcBef>
                <a:spcPts val="0"/>
              </a:spcBef>
              <a:tabLst>
                <a:tab pos="6515100" algn="l"/>
              </a:tabLst>
              <a:defRPr b="1" sz="1400">
                <a:latin typeface="Courier New"/>
                <a:ea typeface="Courier New"/>
                <a:cs typeface="Courier New"/>
                <a:sym typeface="Courier New"/>
              </a:defRPr>
            </a:pPr>
            <a:r>
              <a:t>        &lt;link rel="shortcut icon"</a:t>
            </a:r>
          </a:p>
          <a:p>
            <a:pPr>
              <a:spcBef>
                <a:spcPts val="0"/>
              </a:spcBef>
              <a:tabLst>
                <a:tab pos="6515100" algn="l"/>
              </a:tabLst>
              <a:defRPr b="1" sz="1400">
                <a:latin typeface="Courier New"/>
                <a:ea typeface="Courier New"/>
                <a:cs typeface="Courier New"/>
                <a:sym typeface="Courier New"/>
              </a:defRPr>
            </a:pPr>
            <a:r>
              <a:t>              href="images/favicon.ico"&gt;</a:t>
            </a:r>
          </a:p>
          <a:p>
            <a:pPr>
              <a:spcBef>
                <a:spcPts val="0"/>
              </a:spcBef>
              <a:tabLst>
                <a:tab pos="6515100" algn="l"/>
              </a:tabLst>
              <a:defRPr b="1" sz="1400">
                <a:latin typeface="Courier New"/>
                <a:ea typeface="Courier New"/>
                <a:cs typeface="Courier New"/>
                <a:sym typeface="Courier New"/>
              </a:defRPr>
            </a:pPr>
            <a:r>
              <a:t>    &lt;/head&gt;</a:t>
            </a:r>
          </a:p>
          <a:p>
            <a:pPr>
              <a:spcBef>
                <a:spcPts val="0"/>
              </a:spcBef>
              <a:tabLst>
                <a:tab pos="6515100" algn="l"/>
              </a:tabLst>
              <a:defRPr b="1" sz="1400">
                <a:latin typeface="Courier New"/>
                <a:ea typeface="Courier New"/>
                <a:cs typeface="Courier New"/>
                <a:sym typeface="Courier New"/>
              </a:defRPr>
            </a:pPr>
            <a:r>
              <a:t>    &lt;body&gt;</a:t>
            </a:r>
          </a:p>
          <a:p>
            <a:pPr>
              <a:spcBef>
                <a:spcPts val="0"/>
              </a:spcBef>
              <a:tabLst>
                <a:tab pos="6515100" algn="l"/>
              </a:tabLst>
              <a:defRPr b="1" sz="1400">
                <a:latin typeface="Courier New"/>
                <a:ea typeface="Courier New"/>
                <a:cs typeface="Courier New"/>
                <a:sym typeface="Courier New"/>
              </a:defRPr>
            </a:pPr>
            <a:r>
              <a:t>        &lt;header&gt;</a:t>
            </a:r>
          </a:p>
          <a:p>
            <a:pPr>
              <a:spcBef>
                <a:spcPts val="0"/>
              </a:spcBef>
              <a:tabLst>
                <a:tab pos="6515100" algn="l"/>
              </a:tabLst>
              <a:defRPr b="1" sz="1400">
                <a:latin typeface="Courier New"/>
                <a:ea typeface="Courier New"/>
                <a:cs typeface="Courier New"/>
                <a:sym typeface="Courier New"/>
              </a:defRPr>
            </a:pPr>
            <a:r>
              <a:t>            &lt;img src="images/logo.jpg" </a:t>
            </a:r>
            <a:br/>
            <a:r>
              <a:t>                 alt="Town Hall Logo" width="50"&gt;</a:t>
            </a:r>
          </a:p>
          <a:p>
            <a:pPr>
              <a:spcBef>
                <a:spcPts val="0"/>
              </a:spcBef>
              <a:tabLst>
                <a:tab pos="6515100" algn="l"/>
              </a:tabLst>
              <a:defRPr b="1" sz="1400">
                <a:latin typeface="Courier New"/>
                <a:ea typeface="Courier New"/>
                <a:cs typeface="Courier New"/>
                <a:sym typeface="Courier New"/>
              </a:defRPr>
            </a:pPr>
            <a:r>
              <a:t>            &lt;h2&gt;San Joaquin Valley Town Hall&lt;/h2&gt;</a:t>
            </a:r>
          </a:p>
          <a:p>
            <a:pPr>
              <a:spcBef>
                <a:spcPts val="0"/>
              </a:spcBef>
              <a:tabLst>
                <a:tab pos="6515100" algn="l"/>
              </a:tabLst>
              <a:defRPr b="1" sz="1400">
                <a:latin typeface="Courier New"/>
                <a:ea typeface="Courier New"/>
                <a:cs typeface="Courier New"/>
                <a:sym typeface="Courier New"/>
              </a:defRPr>
            </a:pPr>
            <a:r>
              <a:t>            &lt;h3&gt;Bringing cutting-edge speakers to the </a:t>
            </a:r>
          </a:p>
          <a:p>
            <a:pPr>
              <a:spcBef>
                <a:spcPts val="0"/>
              </a:spcBef>
              <a:tabLst>
                <a:tab pos="6515100" algn="l"/>
              </a:tabLst>
              <a:defRPr b="1" sz="1400">
                <a:latin typeface="Courier New"/>
                <a:ea typeface="Courier New"/>
                <a:cs typeface="Courier New"/>
                <a:sym typeface="Courier New"/>
              </a:defRPr>
            </a:pPr>
            <a:r>
              <a:t>                valley&lt;/h3&gt;</a:t>
            </a:r>
          </a:p>
          <a:p>
            <a:pPr>
              <a:spcBef>
                <a:spcPts val="0"/>
              </a:spcBef>
              <a:tabLst>
                <a:tab pos="6515100" algn="l"/>
              </a:tabLst>
              <a:defRPr b="1" sz="1400">
                <a:latin typeface="Courier New"/>
                <a:ea typeface="Courier New"/>
                <a:cs typeface="Courier New"/>
                <a:sym typeface="Courier New"/>
              </a:defRPr>
            </a:pPr>
            <a:r>
              <a:t>        &lt;/header&gt;</a:t>
            </a:r>
          </a:p>
          <a:p>
            <a:pPr>
              <a:spcBef>
                <a:spcPts val="0"/>
              </a:spcBef>
              <a:tabLst>
                <a:tab pos="6515100" algn="l"/>
              </a:tabLst>
              <a:defRPr b="1" sz="1600">
                <a:latin typeface="Courier New"/>
                <a:ea typeface="Courier New"/>
                <a:cs typeface="Courier New"/>
                <a:sym typeface="Courier New"/>
              </a:defRPr>
            </a:pPr>
            <a:r>
              <a:t>            </a:t>
            </a:r>
          </a:p>
        </p:txBody>
      </p:sp>
      <p:sp>
        <p:nvSpPr>
          <p:cNvPr id="402" name="Date Placeholder 3"/>
          <p:cNvSpPr txBox="1"/>
          <p:nvPr/>
        </p:nvSpPr>
        <p:spPr>
          <a:xfrm>
            <a:off x="2788920" y="6347460"/>
            <a:ext cx="3566160" cy="358141"/>
          </a:xfrm>
          <a:prstGeom prst="rect">
            <a:avLst/>
          </a:prstGeom>
          <a:ln w="12700">
            <a:miter lim="400000"/>
          </a:ln>
          <a:extLst>
            <a:ext uri="{C572A759-6A51-4108-AA02-DFA0A04FC94B}">
              <ma14:wrappingTextBoxFlag xmlns:ma14="http://schemas.microsoft.com/office/mac/drawingml/2011/main" val="1"/>
            </a:ext>
          </a:extLst>
        </p:spPr>
        <p:txBody>
          <a:bodyPr lIns="45719" rIns="45719" anchor="b">
            <a:spAutoFit/>
          </a:bodyPr>
          <a:lstStyle>
            <a:lvl1pPr algn="ctr">
              <a:defRPr b="1" i="1" sz="1800">
                <a:solidFill>
                  <a:schemeClr val="accent3">
                    <a:lumOff val="44000"/>
                  </a:schemeClr>
                </a:solidFill>
                <a:latin typeface="Arial Narrow"/>
                <a:ea typeface="Arial Narrow"/>
                <a:cs typeface="Arial Narrow"/>
                <a:sym typeface="Arial Narrow"/>
              </a:defRPr>
            </a:lvl1pPr>
          </a:lstStyle>
          <a:p>
            <a:pPr/>
            <a:r>
              <a:t>Murach's HTML and CSS, 5th Edition</a:t>
            </a:r>
          </a:p>
        </p:txBody>
      </p:sp>
      <p:sp>
        <p:nvSpPr>
          <p:cNvPr id="403" name="Slide Number Placeholder 5"/>
          <p:cNvSpPr txBox="1"/>
          <p:nvPr>
            <p:ph type="sldNum" sz="quarter" idx="2"/>
          </p:nvPr>
        </p:nvSpPr>
        <p:spPr>
          <a:xfrm>
            <a:off x="6629400" y="6418513"/>
            <a:ext cx="281940" cy="287087"/>
          </a:xfrm>
          <a:prstGeom prst="rect">
            <a:avLst/>
          </a:prstGeom>
          <a:extLst>
            <a:ext uri="{C572A759-6A51-4108-AA02-DFA0A04FC94B}">
              <ma14:wrappingTextBoxFlag xmlns:ma14="http://schemas.microsoft.com/office/mac/drawingml/2011/main" val="1"/>
            </a:ext>
          </a:extLst>
        </p:spPr>
        <p:txBody>
          <a:bodyPr/>
          <a:lstStyle>
            <a:lvl1pPr algn="l">
              <a:defRPr sz="1400">
                <a:latin typeface="+mn-lt"/>
                <a:ea typeface="+mn-ea"/>
                <a:cs typeface="+mn-cs"/>
                <a:sym typeface="Times New Roman"/>
              </a:defRPr>
            </a:lvl1pPr>
          </a:lstStyle>
          <a:p>
            <a:pPr/>
            <a:fld id="{86CB4B4D-7CA3-9044-876B-883B54F8677D}" type="slidenum"/>
          </a:p>
        </p:txBody>
      </p:sp>
    </p:spTree>
  </p:cSld>
  <p:clrMapOvr>
    <a:masterClrMapping/>
  </p:clrMapOvr>
  <p:transition xmlns:p14="http://schemas.microsoft.com/office/powerpoint/2010/main" spd="med" advClick="1"/>
</p:sld>
</file>

<file path=ppt/slides/slide3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07" name="Footer Placeholder 4"/>
          <p:cNvSpPr txBox="1"/>
          <p:nvPr/>
        </p:nvSpPr>
        <p:spPr>
          <a:xfrm>
            <a:off x="121920" y="6537959"/>
            <a:ext cx="2651761" cy="167641"/>
          </a:xfrm>
          <a:prstGeom prst="rect">
            <a:avLst/>
          </a:prstGeom>
          <a:ln w="12700">
            <a:miter lim="400000"/>
          </a:ln>
          <a:extLst>
            <a:ext uri="{C572A759-6A51-4108-AA02-DFA0A04FC94B}">
              <ma14:wrappingTextBoxFlag xmlns:ma14="http://schemas.microsoft.com/office/mac/drawingml/2011/main" val="1"/>
            </a:ext>
          </a:extLst>
        </p:spPr>
        <p:txBody>
          <a:bodyPr lIns="45719" rIns="45719" anchor="b">
            <a:spAutoFit/>
          </a:bodyPr>
          <a:lstStyle>
            <a:lvl1pPr algn="ctr">
              <a:defRPr sz="500">
                <a:solidFill>
                  <a:schemeClr val="accent3">
                    <a:lumOff val="44000"/>
                  </a:schemeClr>
                </a:solidFill>
                <a:latin typeface="Arial Narrow"/>
                <a:ea typeface="Arial Narrow"/>
                <a:cs typeface="Arial Narrow"/>
                <a:sym typeface="Arial Narrow"/>
              </a:defRPr>
            </a:lvl1pPr>
          </a:lstStyle>
          <a:p>
            <a:pPr/>
            <a:r>
              <a:t>© 2022, Mike Murach &amp; Associates, Inc.</a:t>
            </a:r>
          </a:p>
        </p:txBody>
      </p:sp>
      <p:sp>
        <p:nvSpPr>
          <p:cNvPr id="408" name="Title 1"/>
          <p:cNvSpPr txBox="1"/>
          <p:nvPr>
            <p:ph type="title"/>
          </p:nvPr>
        </p:nvSpPr>
        <p:spPr>
          <a:prstGeom prst="rect">
            <a:avLst/>
          </a:prstGeom>
        </p:spPr>
        <p:txBody>
          <a:bodyPr/>
          <a:lstStyle>
            <a:lvl1pPr>
              <a:spcBef>
                <a:spcPts val="600"/>
              </a:spcBef>
              <a:tabLst>
                <a:tab pos="1371600" algn="l"/>
              </a:tabLst>
            </a:lvl1pPr>
          </a:lstStyle>
          <a:p>
            <a:pPr/>
            <a:r>
              <a:t>The HTML file for the web page (continued)</a:t>
            </a:r>
          </a:p>
        </p:txBody>
      </p:sp>
      <p:sp>
        <p:nvSpPr>
          <p:cNvPr id="409" name="Text Placeholder 2"/>
          <p:cNvSpPr txBox="1"/>
          <p:nvPr>
            <p:ph type="body" idx="1"/>
          </p:nvPr>
        </p:nvSpPr>
        <p:spPr>
          <a:xfrm>
            <a:off x="838200" y="1066800"/>
            <a:ext cx="7543800" cy="4876800"/>
          </a:xfrm>
          <a:prstGeom prst="rect">
            <a:avLst/>
          </a:prstGeom>
        </p:spPr>
        <p:txBody>
          <a:bodyPr/>
          <a:lstStyle/>
          <a:p>
            <a:pPr indent="854075">
              <a:spcBef>
                <a:spcPts val="0"/>
              </a:spcBef>
              <a:tabLst>
                <a:tab pos="6515100" algn="l"/>
              </a:tabLst>
              <a:defRPr b="1" sz="1400">
                <a:latin typeface="Courier New"/>
                <a:ea typeface="Courier New"/>
                <a:cs typeface="Courier New"/>
                <a:sym typeface="Courier New"/>
              </a:defRPr>
            </a:pPr>
            <a:r>
              <a:t> &lt;main&gt;</a:t>
            </a:r>
          </a:p>
          <a:p>
            <a:pPr>
              <a:spcBef>
                <a:spcPts val="0"/>
              </a:spcBef>
              <a:tabLst>
                <a:tab pos="6515100" algn="l"/>
              </a:tabLst>
              <a:defRPr b="1" sz="1400">
                <a:latin typeface="Courier New"/>
                <a:ea typeface="Courier New"/>
                <a:cs typeface="Courier New"/>
                <a:sym typeface="Courier New"/>
              </a:defRPr>
            </a:pPr>
            <a:r>
              <a:t>            &lt;h1&gt;This season's guest speakers&lt;/h1&gt;</a:t>
            </a:r>
          </a:p>
          <a:p>
            <a:pPr>
              <a:spcBef>
                <a:spcPts val="0"/>
              </a:spcBef>
              <a:tabLst>
                <a:tab pos="6515100" algn="l"/>
              </a:tabLst>
              <a:defRPr b="1" sz="1400">
                <a:latin typeface="Courier New"/>
                <a:ea typeface="Courier New"/>
                <a:cs typeface="Courier New"/>
                <a:sym typeface="Courier New"/>
              </a:defRPr>
            </a:pPr>
            <a:r>
              <a:t>            &lt;nav&gt;</a:t>
            </a:r>
          </a:p>
          <a:p>
            <a:pPr>
              <a:spcBef>
                <a:spcPts val="0"/>
              </a:spcBef>
              <a:tabLst>
                <a:tab pos="6515100" algn="l"/>
              </a:tabLst>
              <a:defRPr b="1" sz="1400">
                <a:latin typeface="Courier New"/>
                <a:ea typeface="Courier New"/>
                <a:cs typeface="Courier New"/>
                <a:sym typeface="Courier New"/>
              </a:defRPr>
            </a:pPr>
            <a:r>
              <a:t>                &lt;ul&gt;</a:t>
            </a:r>
          </a:p>
          <a:p>
            <a:pPr>
              <a:spcBef>
                <a:spcPts val="0"/>
              </a:spcBef>
              <a:tabLst>
                <a:tab pos="6515100" algn="l"/>
              </a:tabLst>
              <a:defRPr b="1" sz="1400">
                <a:latin typeface="Courier New"/>
                <a:ea typeface="Courier New"/>
                <a:cs typeface="Courier New"/>
                <a:sym typeface="Courier New"/>
              </a:defRPr>
            </a:pPr>
            <a:r>
              <a:t>                    &lt;li&gt;October: </a:t>
            </a:r>
          </a:p>
          <a:p>
            <a:pPr>
              <a:spcBef>
                <a:spcPts val="0"/>
              </a:spcBef>
              <a:tabLst>
                <a:tab pos="6515100" algn="l"/>
              </a:tabLst>
              <a:defRPr b="1" sz="1400">
                <a:latin typeface="Courier New"/>
                <a:ea typeface="Courier New"/>
                <a:cs typeface="Courier New"/>
                <a:sym typeface="Courier New"/>
              </a:defRPr>
            </a:pPr>
            <a:r>
              <a:t>                        &lt;a href="speakers/brancaccio.html"&gt;</a:t>
            </a:r>
          </a:p>
          <a:p>
            <a:pPr>
              <a:spcBef>
                <a:spcPts val="0"/>
              </a:spcBef>
              <a:tabLst>
                <a:tab pos="6515100" algn="l"/>
              </a:tabLst>
              <a:defRPr b="1" sz="1400">
                <a:latin typeface="Courier New"/>
                <a:ea typeface="Courier New"/>
                <a:cs typeface="Courier New"/>
                <a:sym typeface="Courier New"/>
              </a:defRPr>
            </a:pPr>
            <a:r>
              <a:t>                        David Brancaccio&lt;/a&gt;&lt;/li&gt;</a:t>
            </a:r>
          </a:p>
          <a:p>
            <a:pPr>
              <a:spcBef>
                <a:spcPts val="0"/>
              </a:spcBef>
              <a:tabLst>
                <a:tab pos="6515100" algn="l"/>
              </a:tabLst>
              <a:defRPr b="1" sz="1400">
                <a:latin typeface="Courier New"/>
                <a:ea typeface="Courier New"/>
                <a:cs typeface="Courier New"/>
                <a:sym typeface="Courier New"/>
              </a:defRPr>
            </a:pPr>
            <a:r>
              <a:t>                    ...</a:t>
            </a:r>
          </a:p>
          <a:p>
            <a:pPr>
              <a:spcBef>
                <a:spcPts val="0"/>
              </a:spcBef>
              <a:tabLst>
                <a:tab pos="6515100" algn="l"/>
              </a:tabLst>
              <a:defRPr b="1" sz="1400">
                <a:latin typeface="Courier New"/>
                <a:ea typeface="Courier New"/>
                <a:cs typeface="Courier New"/>
                <a:sym typeface="Courier New"/>
              </a:defRPr>
            </a:pPr>
            <a:r>
              <a:t>                       ...</a:t>
            </a:r>
          </a:p>
          <a:p>
            <a:pPr>
              <a:spcBef>
                <a:spcPts val="0"/>
              </a:spcBef>
              <a:tabLst>
                <a:tab pos="6515100" algn="l"/>
              </a:tabLst>
              <a:defRPr b="1" sz="1400">
                <a:latin typeface="Courier New"/>
                <a:ea typeface="Courier New"/>
                <a:cs typeface="Courier New"/>
                <a:sym typeface="Courier New"/>
              </a:defRPr>
            </a:pPr>
            <a:r>
              <a:t>                  &lt;/ul&gt;</a:t>
            </a:r>
          </a:p>
          <a:p>
            <a:pPr>
              <a:spcBef>
                <a:spcPts val="0"/>
              </a:spcBef>
              <a:tabLst>
                <a:tab pos="6515100" algn="l"/>
              </a:tabLst>
              <a:defRPr b="1" sz="1400">
                <a:latin typeface="Courier New"/>
                <a:ea typeface="Courier New"/>
                <a:cs typeface="Courier New"/>
                <a:sym typeface="Courier New"/>
              </a:defRPr>
            </a:pPr>
            <a:r>
              <a:t>              &lt;/nav&gt;</a:t>
            </a:r>
          </a:p>
          <a:p>
            <a:pPr>
              <a:spcBef>
                <a:spcPts val="0"/>
              </a:spcBef>
              <a:tabLst>
                <a:tab pos="6515100" algn="l"/>
              </a:tabLst>
              <a:defRPr b="1" sz="1400">
                <a:latin typeface="Courier New"/>
                <a:ea typeface="Courier New"/>
                <a:cs typeface="Courier New"/>
                <a:sym typeface="Courier New"/>
              </a:defRPr>
            </a:pPr>
            <a:r>
              <a:t> </a:t>
            </a:r>
          </a:p>
          <a:p>
            <a:pPr>
              <a:spcBef>
                <a:spcPts val="0"/>
              </a:spcBef>
              <a:tabLst>
                <a:tab pos="6515100" algn="l"/>
              </a:tabLst>
              <a:defRPr b="1" sz="1400">
                <a:latin typeface="Courier New"/>
                <a:ea typeface="Courier New"/>
                <a:cs typeface="Courier New"/>
                <a:sym typeface="Courier New"/>
              </a:defRPr>
            </a:pPr>
            <a:r>
              <a:t>            &lt;p&gt;&lt;em&gt;Contact us by phone&lt;/em&gt; at (559) 555-1212 </a:t>
            </a:r>
            <a:br/>
            <a:r>
              <a:t>               for ticket information.&lt;/p&gt;</a:t>
            </a:r>
          </a:p>
          <a:p>
            <a:pPr>
              <a:spcBef>
                <a:spcPts val="0"/>
              </a:spcBef>
              <a:tabLst>
                <a:tab pos="6515100" algn="l"/>
              </a:tabLst>
              <a:defRPr b="1" sz="1400">
                <a:latin typeface="Courier New"/>
                <a:ea typeface="Courier New"/>
                <a:cs typeface="Courier New"/>
                <a:sym typeface="Courier New"/>
              </a:defRPr>
            </a:pPr>
            <a:r>
              <a:t>        &lt;/main&gt;</a:t>
            </a:r>
          </a:p>
          <a:p>
            <a:pPr>
              <a:spcBef>
                <a:spcPts val="0"/>
              </a:spcBef>
              <a:tabLst>
                <a:tab pos="6515100" algn="l"/>
              </a:tabLst>
              <a:defRPr b="1" sz="1400">
                <a:latin typeface="Courier New"/>
                <a:ea typeface="Courier New"/>
                <a:cs typeface="Courier New"/>
                <a:sym typeface="Courier New"/>
              </a:defRPr>
            </a:pPr>
            <a:r>
              <a:t>            </a:t>
            </a:r>
          </a:p>
          <a:p>
            <a:pPr>
              <a:spcBef>
                <a:spcPts val="0"/>
              </a:spcBef>
              <a:tabLst>
                <a:tab pos="6515100" algn="l"/>
              </a:tabLst>
              <a:defRPr b="1" sz="1400">
                <a:latin typeface="Courier New"/>
                <a:ea typeface="Courier New"/>
                <a:cs typeface="Courier New"/>
                <a:sym typeface="Courier New"/>
              </a:defRPr>
            </a:pPr>
            <a:r>
              <a:t>        &lt;footer&gt;</a:t>
            </a:r>
          </a:p>
          <a:p>
            <a:pPr>
              <a:spcBef>
                <a:spcPts val="0"/>
              </a:spcBef>
              <a:tabLst>
                <a:tab pos="6515100" algn="l"/>
              </a:tabLst>
              <a:defRPr b="1" sz="1400">
                <a:latin typeface="Courier New"/>
                <a:ea typeface="Courier New"/>
                <a:cs typeface="Courier New"/>
                <a:sym typeface="Courier New"/>
              </a:defRPr>
            </a:pPr>
            <a:r>
              <a:t>            &lt;p&gt;&amp;copy; Copyright 2022 San Joaquin Valley Town </a:t>
            </a:r>
            <a:br/>
            <a:r>
              <a:t>               Hall.&lt;/p&gt;</a:t>
            </a:r>
          </a:p>
          <a:p>
            <a:pPr>
              <a:spcBef>
                <a:spcPts val="0"/>
              </a:spcBef>
              <a:tabLst>
                <a:tab pos="6515100" algn="l"/>
              </a:tabLst>
              <a:defRPr b="1" sz="1400">
                <a:latin typeface="Courier New"/>
                <a:ea typeface="Courier New"/>
                <a:cs typeface="Courier New"/>
                <a:sym typeface="Courier New"/>
              </a:defRPr>
            </a:pPr>
            <a:r>
              <a:t>        &lt;/footer&gt;</a:t>
            </a:r>
          </a:p>
          <a:p>
            <a:pPr>
              <a:spcBef>
                <a:spcPts val="0"/>
              </a:spcBef>
              <a:tabLst>
                <a:tab pos="6515100" algn="l"/>
              </a:tabLst>
              <a:defRPr b="1" sz="1400">
                <a:latin typeface="Courier New"/>
                <a:ea typeface="Courier New"/>
                <a:cs typeface="Courier New"/>
                <a:sym typeface="Courier New"/>
              </a:defRPr>
            </a:pPr>
            <a:r>
              <a:t>    &lt;/body&gt;</a:t>
            </a:r>
          </a:p>
          <a:p>
            <a:pPr>
              <a:spcBef>
                <a:spcPts val="0"/>
              </a:spcBef>
              <a:tabLst>
                <a:tab pos="6515100" algn="l"/>
              </a:tabLst>
              <a:defRPr b="1" sz="1400">
                <a:latin typeface="Courier New"/>
                <a:ea typeface="Courier New"/>
                <a:cs typeface="Courier New"/>
                <a:sym typeface="Courier New"/>
              </a:defRPr>
            </a:pPr>
            <a:r>
              <a:t>&lt;/html&gt;</a:t>
            </a:r>
          </a:p>
        </p:txBody>
      </p:sp>
      <p:sp>
        <p:nvSpPr>
          <p:cNvPr id="410" name="Date Placeholder 3"/>
          <p:cNvSpPr txBox="1"/>
          <p:nvPr/>
        </p:nvSpPr>
        <p:spPr>
          <a:xfrm>
            <a:off x="2788920" y="6347460"/>
            <a:ext cx="3566160" cy="358141"/>
          </a:xfrm>
          <a:prstGeom prst="rect">
            <a:avLst/>
          </a:prstGeom>
          <a:ln w="12700">
            <a:miter lim="400000"/>
          </a:ln>
          <a:extLst>
            <a:ext uri="{C572A759-6A51-4108-AA02-DFA0A04FC94B}">
              <ma14:wrappingTextBoxFlag xmlns:ma14="http://schemas.microsoft.com/office/mac/drawingml/2011/main" val="1"/>
            </a:ext>
          </a:extLst>
        </p:spPr>
        <p:txBody>
          <a:bodyPr lIns="45719" rIns="45719" anchor="b">
            <a:spAutoFit/>
          </a:bodyPr>
          <a:lstStyle>
            <a:lvl1pPr algn="ctr">
              <a:defRPr b="1" i="1" sz="1800">
                <a:solidFill>
                  <a:schemeClr val="accent3">
                    <a:lumOff val="44000"/>
                  </a:schemeClr>
                </a:solidFill>
                <a:latin typeface="Arial Narrow"/>
                <a:ea typeface="Arial Narrow"/>
                <a:cs typeface="Arial Narrow"/>
                <a:sym typeface="Arial Narrow"/>
              </a:defRPr>
            </a:lvl1pPr>
          </a:lstStyle>
          <a:p>
            <a:pPr/>
            <a:r>
              <a:t>Murach's HTML and CSS, 5th Edition</a:t>
            </a:r>
          </a:p>
        </p:txBody>
      </p:sp>
      <p:sp>
        <p:nvSpPr>
          <p:cNvPr id="411" name="Slide Number Placeholder 5"/>
          <p:cNvSpPr txBox="1"/>
          <p:nvPr>
            <p:ph type="sldNum" sz="quarter" idx="2"/>
          </p:nvPr>
        </p:nvSpPr>
        <p:spPr>
          <a:xfrm>
            <a:off x="6629400" y="6418513"/>
            <a:ext cx="281940" cy="287087"/>
          </a:xfrm>
          <a:prstGeom prst="rect">
            <a:avLst/>
          </a:prstGeom>
          <a:extLst>
            <a:ext uri="{C572A759-6A51-4108-AA02-DFA0A04FC94B}">
              <ma14:wrappingTextBoxFlag xmlns:ma14="http://schemas.microsoft.com/office/mac/drawingml/2011/main" val="1"/>
            </a:ext>
          </a:extLst>
        </p:spPr>
        <p:txBody>
          <a:bodyPr/>
          <a:lstStyle>
            <a:lvl1pPr algn="l">
              <a:defRPr sz="1400">
                <a:latin typeface="+mn-lt"/>
                <a:ea typeface="+mn-ea"/>
                <a:cs typeface="+mn-cs"/>
                <a:sym typeface="Times New Roman"/>
              </a:defRPr>
            </a:lvl1pPr>
          </a:lstStyle>
          <a:p>
            <a:pPr/>
            <a:fld id="{86CB4B4D-7CA3-9044-876B-883B54F8677D}" type="slidenum"/>
          </a:p>
        </p:txBody>
      </p:sp>
    </p:spTree>
  </p:cSld>
  <p:clrMapOvr>
    <a:masterClrMapping/>
  </p:clrMapOvr>
  <p:transition xmlns:p14="http://schemas.microsoft.com/office/powerpoint/2010/main" spd="med" advClick="1"/>
</p:sld>
</file>

<file path=ppt/slides/slide3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15" name="Footer Placeholder 4"/>
          <p:cNvSpPr txBox="1"/>
          <p:nvPr/>
        </p:nvSpPr>
        <p:spPr>
          <a:xfrm>
            <a:off x="121920" y="6537959"/>
            <a:ext cx="2651761" cy="167641"/>
          </a:xfrm>
          <a:prstGeom prst="rect">
            <a:avLst/>
          </a:prstGeom>
          <a:ln w="12700">
            <a:miter lim="400000"/>
          </a:ln>
          <a:extLst>
            <a:ext uri="{C572A759-6A51-4108-AA02-DFA0A04FC94B}">
              <ma14:wrappingTextBoxFlag xmlns:ma14="http://schemas.microsoft.com/office/mac/drawingml/2011/main" val="1"/>
            </a:ext>
          </a:extLst>
        </p:spPr>
        <p:txBody>
          <a:bodyPr lIns="45719" rIns="45719" anchor="b">
            <a:spAutoFit/>
          </a:bodyPr>
          <a:lstStyle>
            <a:lvl1pPr algn="ctr">
              <a:defRPr sz="500">
                <a:solidFill>
                  <a:schemeClr val="accent3">
                    <a:lumOff val="44000"/>
                  </a:schemeClr>
                </a:solidFill>
                <a:latin typeface="Arial Narrow"/>
                <a:ea typeface="Arial Narrow"/>
                <a:cs typeface="Arial Narrow"/>
                <a:sym typeface="Arial Narrow"/>
              </a:defRPr>
            </a:lvl1pPr>
          </a:lstStyle>
          <a:p>
            <a:pPr/>
            <a:r>
              <a:t>© 2022, Mike Murach &amp; Associates, Inc.</a:t>
            </a:r>
          </a:p>
        </p:txBody>
      </p:sp>
      <p:sp>
        <p:nvSpPr>
          <p:cNvPr id="416" name="Title 1"/>
          <p:cNvSpPr txBox="1"/>
          <p:nvPr>
            <p:ph type="title"/>
          </p:nvPr>
        </p:nvSpPr>
        <p:spPr>
          <a:prstGeom prst="rect">
            <a:avLst/>
          </a:prstGeom>
        </p:spPr>
        <p:txBody>
          <a:bodyPr/>
          <a:lstStyle>
            <a:lvl1pPr>
              <a:tabLst>
                <a:tab pos="1143000" algn="l"/>
              </a:tabLst>
            </a:lvl1pPr>
          </a:lstStyle>
          <a:p>
            <a:pPr/>
            <a:r>
              <a:t>Short 3-1	Create an HTML page</a:t>
            </a:r>
          </a:p>
        </p:txBody>
      </p:sp>
      <p:sp>
        <p:nvSpPr>
          <p:cNvPr id="417" name="Date Placeholder 3"/>
          <p:cNvSpPr txBox="1"/>
          <p:nvPr/>
        </p:nvSpPr>
        <p:spPr>
          <a:xfrm>
            <a:off x="2788920" y="6347460"/>
            <a:ext cx="3566160" cy="358141"/>
          </a:xfrm>
          <a:prstGeom prst="rect">
            <a:avLst/>
          </a:prstGeom>
          <a:ln w="12700">
            <a:miter lim="400000"/>
          </a:ln>
          <a:extLst>
            <a:ext uri="{C572A759-6A51-4108-AA02-DFA0A04FC94B}">
              <ma14:wrappingTextBoxFlag xmlns:ma14="http://schemas.microsoft.com/office/mac/drawingml/2011/main" val="1"/>
            </a:ext>
          </a:extLst>
        </p:spPr>
        <p:txBody>
          <a:bodyPr lIns="45719" rIns="45719" anchor="b">
            <a:spAutoFit/>
          </a:bodyPr>
          <a:lstStyle>
            <a:lvl1pPr algn="ctr">
              <a:defRPr b="1" i="1" sz="1800">
                <a:solidFill>
                  <a:schemeClr val="accent3">
                    <a:lumOff val="44000"/>
                  </a:schemeClr>
                </a:solidFill>
                <a:latin typeface="Arial Narrow"/>
                <a:ea typeface="Arial Narrow"/>
                <a:cs typeface="Arial Narrow"/>
                <a:sym typeface="Arial Narrow"/>
              </a:defRPr>
            </a:lvl1pPr>
          </a:lstStyle>
          <a:p>
            <a:pPr/>
            <a:r>
              <a:t>Murach's HTML and CSS, 5th Edition</a:t>
            </a:r>
          </a:p>
        </p:txBody>
      </p:sp>
      <p:sp>
        <p:nvSpPr>
          <p:cNvPr id="418" name="Slide Number Placeholder 5"/>
          <p:cNvSpPr txBox="1"/>
          <p:nvPr>
            <p:ph type="sldNum" sz="quarter" idx="2"/>
          </p:nvPr>
        </p:nvSpPr>
        <p:spPr>
          <a:xfrm>
            <a:off x="6629400" y="6418513"/>
            <a:ext cx="281940" cy="287087"/>
          </a:xfrm>
          <a:prstGeom prst="rect">
            <a:avLst/>
          </a:prstGeom>
          <a:extLst>
            <a:ext uri="{C572A759-6A51-4108-AA02-DFA0A04FC94B}">
              <ma14:wrappingTextBoxFlag xmlns:ma14="http://schemas.microsoft.com/office/mac/drawingml/2011/main" val="1"/>
            </a:ext>
          </a:extLst>
        </p:spPr>
        <p:txBody>
          <a:bodyPr/>
          <a:lstStyle>
            <a:lvl1pPr algn="l">
              <a:defRPr sz="1400">
                <a:latin typeface="+mn-lt"/>
                <a:ea typeface="+mn-ea"/>
                <a:cs typeface="+mn-cs"/>
                <a:sym typeface="Times New Roman"/>
              </a:defRPr>
            </a:lvl1pPr>
          </a:lstStyle>
          <a:p>
            <a:pPr/>
            <a:fld id="{86CB4B4D-7CA3-9044-876B-883B54F8677D}" type="slidenum"/>
          </a:p>
        </p:txBody>
      </p:sp>
      <p:pic>
        <p:nvPicPr>
          <p:cNvPr id="419" name="Content Placeholder 9" descr="Content Placeholder 9"/>
          <p:cNvPicPr>
            <a:picLocks noChangeAspect="1"/>
          </p:cNvPicPr>
          <p:nvPr/>
        </p:nvPicPr>
        <p:blipFill>
          <a:blip r:embed="rId2">
            <a:extLst/>
          </a:blip>
          <a:stretch>
            <a:fillRect/>
          </a:stretch>
        </p:blipFill>
        <p:spPr>
          <a:xfrm>
            <a:off x="926432" y="1066800"/>
            <a:ext cx="5321969" cy="4804268"/>
          </a:xfrm>
          <a:prstGeom prst="rect">
            <a:avLst/>
          </a:prstGeom>
          <a:ln w="12700">
            <a:miter lim="400000"/>
          </a:ln>
        </p:spPr>
      </p:pic>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Master slides_with_titles_logo">
  <a:themeElements>
    <a:clrScheme name="Master slides_with_titles_logo">
      <a:dk1>
        <a:srgbClr val="000000"/>
      </a:dk1>
      <a:lt1>
        <a:srgbClr val="FFFFFF"/>
      </a:lt1>
      <a:dk2>
        <a:srgbClr val="A7A7A7"/>
      </a:dk2>
      <a:lt2>
        <a:srgbClr val="535353"/>
      </a:lt2>
      <a:accent1>
        <a:srgbClr val="00CC99"/>
      </a:accent1>
      <a:accent2>
        <a:srgbClr val="3333CC"/>
      </a:accent2>
      <a:accent3>
        <a:srgbClr val="8F8F8F"/>
      </a:accent3>
      <a:accent4>
        <a:srgbClr val="707070"/>
      </a:accent4>
      <a:accent5>
        <a:srgbClr val="AAE2CA"/>
      </a:accent5>
      <a:accent6>
        <a:srgbClr val="2D2DB9"/>
      </a:accent6>
      <a:hlink>
        <a:srgbClr val="0000FF"/>
      </a:hlink>
      <a:folHlink>
        <a:srgbClr val="FF00FF"/>
      </a:folHlink>
    </a:clrScheme>
    <a:fontScheme name="Master slides_with_titles_logo">
      <a:majorFont>
        <a:latin typeface="Helvetica"/>
        <a:ea typeface="Helvetica"/>
        <a:cs typeface="Helvetica"/>
      </a:majorFont>
      <a:minorFont>
        <a:latin typeface="Times New Roman"/>
        <a:ea typeface="Times New Roman"/>
        <a:cs typeface="Times New Roman"/>
      </a:minorFont>
    </a:fontScheme>
    <a:fmtScheme name="Master slides_with_titles_log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outerShdw sx="100000" sy="100000" kx="0" ky="0" algn="b" rotWithShape="0" blurRad="38100" dist="20000" dir="540000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3">
            <a:lumOff val="44000"/>
          </a:schemeClr>
        </a:solidFill>
        <a:ln w="25400" cap="flat">
          <a:solidFill>
            <a:schemeClr val="accent1"/>
          </a:solidFill>
          <a:prstDash val="solid"/>
          <a:round/>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000000"/>
            </a:solidFill>
            <a:effectLst/>
            <a:uFillTx/>
            <a:latin typeface="Arial"/>
            <a:ea typeface="Arial"/>
            <a:cs typeface="Arial"/>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0000" dir="5400000">
            <a:srgbClr val="000000">
              <a:alpha val="38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000000"/>
            </a:solidFill>
            <a:effectLst/>
            <a:uFillTx/>
            <a:latin typeface="Arial"/>
            <a:ea typeface="Arial"/>
            <a:cs typeface="Arial"/>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Master slides_with_titles_logo">
  <a:themeElements>
    <a:clrScheme name="Master slides_with_titles_logo">
      <a:dk1>
        <a:srgbClr val="000000"/>
      </a:dk1>
      <a:lt1>
        <a:srgbClr val="FFFFFF"/>
      </a:lt1>
      <a:dk2>
        <a:srgbClr val="A7A7A7"/>
      </a:dk2>
      <a:lt2>
        <a:srgbClr val="535353"/>
      </a:lt2>
      <a:accent1>
        <a:srgbClr val="00CC99"/>
      </a:accent1>
      <a:accent2>
        <a:srgbClr val="3333CC"/>
      </a:accent2>
      <a:accent3>
        <a:srgbClr val="8F8F8F"/>
      </a:accent3>
      <a:accent4>
        <a:srgbClr val="707070"/>
      </a:accent4>
      <a:accent5>
        <a:srgbClr val="AAE2CA"/>
      </a:accent5>
      <a:accent6>
        <a:srgbClr val="2D2DB9"/>
      </a:accent6>
      <a:hlink>
        <a:srgbClr val="0000FF"/>
      </a:hlink>
      <a:folHlink>
        <a:srgbClr val="FF00FF"/>
      </a:folHlink>
    </a:clrScheme>
    <a:fontScheme name="Master slides_with_titles_logo">
      <a:majorFont>
        <a:latin typeface="Helvetica"/>
        <a:ea typeface="Helvetica"/>
        <a:cs typeface="Helvetica"/>
      </a:majorFont>
      <a:minorFont>
        <a:latin typeface="Times New Roman"/>
        <a:ea typeface="Times New Roman"/>
        <a:cs typeface="Times New Roman"/>
      </a:minorFont>
    </a:fontScheme>
    <a:fmtScheme name="Master slides_with_titles_log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outerShdw sx="100000" sy="100000" kx="0" ky="0" algn="b" rotWithShape="0" blurRad="38100" dist="20000" dir="540000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3">
            <a:lumOff val="44000"/>
          </a:schemeClr>
        </a:solidFill>
        <a:ln w="25400" cap="flat">
          <a:solidFill>
            <a:schemeClr val="accent1"/>
          </a:solidFill>
          <a:prstDash val="solid"/>
          <a:round/>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000000"/>
            </a:solidFill>
            <a:effectLst/>
            <a:uFillTx/>
            <a:latin typeface="Arial"/>
            <a:ea typeface="Arial"/>
            <a:cs typeface="Arial"/>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0000" dir="5400000">
            <a:srgbClr val="000000">
              <a:alpha val="38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000000"/>
            </a:solidFill>
            <a:effectLst/>
            <a:uFillTx/>
            <a:latin typeface="Arial"/>
            <a:ea typeface="Arial"/>
            <a:cs typeface="Arial"/>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